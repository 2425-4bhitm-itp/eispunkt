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F525E-BDD0-8748-A113-7FE6D1D193A8}" v="127" dt="2026-01-27T07:43:00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29"/>
    <p:restoredTop sz="94649"/>
  </p:normalViewPr>
  <p:slideViewPr>
    <p:cSldViewPr snapToGrid="0">
      <p:cViewPr varScale="1">
        <p:scale>
          <a:sx n="152" d="100"/>
          <a:sy n="152" d="100"/>
        </p:scale>
        <p:origin x="19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er Florian" userId="866d4ef7-f65d-4e61-9597-0542b71a7f4d" providerId="ADAL" clId="{731FFF11-6A53-5520-B035-B81EF8E0644C}"/>
    <pc:docChg chg="undo custSel addSld delSld modSld">
      <pc:chgData name="Hayer Florian" userId="866d4ef7-f65d-4e61-9597-0542b71a7f4d" providerId="ADAL" clId="{731FFF11-6A53-5520-B035-B81EF8E0644C}" dt="2026-01-27T07:45:09.868" v="520" actId="2696"/>
      <pc:docMkLst>
        <pc:docMk/>
      </pc:docMkLst>
      <pc:sldChg chg="del">
        <pc:chgData name="Hayer Florian" userId="866d4ef7-f65d-4e61-9597-0542b71a7f4d" providerId="ADAL" clId="{731FFF11-6A53-5520-B035-B81EF8E0644C}" dt="2026-01-13T08:36:25.866" v="1" actId="2696"/>
        <pc:sldMkLst>
          <pc:docMk/>
          <pc:sldMk cId="1701924349" sldId="256"/>
        </pc:sldMkLst>
      </pc:sldChg>
      <pc:sldChg chg="addSp add del mod">
        <pc:chgData name="Hayer Florian" userId="866d4ef7-f65d-4e61-9597-0542b71a7f4d" providerId="ADAL" clId="{731FFF11-6A53-5520-B035-B81EF8E0644C}" dt="2026-01-27T07:45:09.868" v="520" actId="2696"/>
        <pc:sldMkLst>
          <pc:docMk/>
          <pc:sldMk cId="4060404258" sldId="257"/>
        </pc:sldMkLst>
        <pc:inkChg chg="add">
          <ac:chgData name="Hayer Florian" userId="866d4ef7-f65d-4e61-9597-0542b71a7f4d" providerId="ADAL" clId="{731FFF11-6A53-5520-B035-B81EF8E0644C}" dt="2026-01-13T08:35:44.903" v="0" actId="9405"/>
          <ac:inkMkLst>
            <pc:docMk/>
            <pc:sldMk cId="4060404258" sldId="257"/>
            <ac:inkMk id="38" creationId="{DCC561A4-6410-411A-7334-FF8DC6C81EBC}"/>
          </ac:inkMkLst>
        </pc:inkChg>
      </pc:sldChg>
      <pc:sldChg chg="addSp delSp modSp new mod">
        <pc:chgData name="Hayer Florian" userId="866d4ef7-f65d-4e61-9597-0542b71a7f4d" providerId="ADAL" clId="{731FFF11-6A53-5520-B035-B81EF8E0644C}" dt="2026-01-27T07:43:00.641" v="517" actId="1076"/>
        <pc:sldMkLst>
          <pc:docMk/>
          <pc:sldMk cId="1666210458" sldId="258"/>
        </pc:sldMkLst>
        <pc:spChg chg="add del">
          <ac:chgData name="Hayer Florian" userId="866d4ef7-f65d-4e61-9597-0542b71a7f4d" providerId="ADAL" clId="{731FFF11-6A53-5520-B035-B81EF8E0644C}" dt="2026-01-27T07:21:25.740" v="183" actId="34122"/>
          <ac:spMkLst>
            <pc:docMk/>
            <pc:sldMk cId="1666210458" sldId="258"/>
            <ac:spMk id="6" creationId="{15A4ED59-6BFE-4BC3-8173-CBC6E5315E2F}"/>
          </ac:spMkLst>
        </pc:spChg>
        <pc:spChg chg="add del mod">
          <ac:chgData name="Hayer Florian" userId="866d4ef7-f65d-4e61-9597-0542b71a7f4d" providerId="ADAL" clId="{731FFF11-6A53-5520-B035-B81EF8E0644C}" dt="2026-01-27T07:17:26.462" v="50" actId="478"/>
          <ac:spMkLst>
            <pc:docMk/>
            <pc:sldMk cId="1666210458" sldId="258"/>
            <ac:spMk id="22" creationId="{F27D08ED-2578-EE51-8EBA-91E08950B0A2}"/>
          </ac:spMkLst>
        </pc:spChg>
        <pc:grpChg chg="add del mod">
          <ac:chgData name="Hayer Florian" userId="866d4ef7-f65d-4e61-9597-0542b71a7f4d" providerId="ADAL" clId="{731FFF11-6A53-5520-B035-B81EF8E0644C}" dt="2026-01-27T07:15:41.543" v="9"/>
          <ac:grpSpMkLst>
            <pc:docMk/>
            <pc:sldMk cId="1666210458" sldId="258"/>
            <ac:grpSpMk id="5" creationId="{AC1AC132-1EDF-91AD-BA33-4C76787977AD}"/>
          </ac:grpSpMkLst>
        </pc:grpChg>
        <pc:grpChg chg="mod">
          <ac:chgData name="Hayer Florian" userId="866d4ef7-f65d-4e61-9597-0542b71a7f4d" providerId="ADAL" clId="{731FFF11-6A53-5520-B035-B81EF8E0644C}" dt="2026-01-27T07:15:41.543" v="9"/>
          <ac:grpSpMkLst>
            <pc:docMk/>
            <pc:sldMk cId="1666210458" sldId="258"/>
            <ac:grpSpMk id="6" creationId="{81318A6B-B566-35E2-0C52-9CB33A90F9B7}"/>
          </ac:grpSpMkLst>
        </pc:grpChg>
        <pc:grpChg chg="add del mod">
          <ac:chgData name="Hayer Florian" userId="866d4ef7-f65d-4e61-9597-0542b71a7f4d" providerId="ADAL" clId="{731FFF11-6A53-5520-B035-B81EF8E0644C}" dt="2026-01-27T07:15:49.257" v="17"/>
          <ac:grpSpMkLst>
            <pc:docMk/>
            <pc:sldMk cId="1666210458" sldId="258"/>
            <ac:grpSpMk id="12" creationId="{90D578AC-86E0-6315-B407-974277FA4848}"/>
          </ac:grpSpMkLst>
        </pc:grpChg>
        <pc:grpChg chg="mod">
          <ac:chgData name="Hayer Florian" userId="866d4ef7-f65d-4e61-9597-0542b71a7f4d" providerId="ADAL" clId="{731FFF11-6A53-5520-B035-B81EF8E0644C}" dt="2026-01-27T07:15:49.257" v="17"/>
          <ac:grpSpMkLst>
            <pc:docMk/>
            <pc:sldMk cId="1666210458" sldId="258"/>
            <ac:grpSpMk id="13" creationId="{3D35E16B-3DDE-E2E6-A4FE-9ED5B58C1966}"/>
          </ac:grpSpMkLst>
        </pc:grpChg>
        <pc:grpChg chg="add del mod">
          <ac:chgData name="Hayer Florian" userId="866d4ef7-f65d-4e61-9597-0542b71a7f4d" providerId="ADAL" clId="{731FFF11-6A53-5520-B035-B81EF8E0644C}" dt="2026-01-27T07:15:55.469" v="27"/>
          <ac:grpSpMkLst>
            <pc:docMk/>
            <pc:sldMk cId="1666210458" sldId="258"/>
            <ac:grpSpMk id="17" creationId="{0A6D10D6-3B96-A452-E449-8CE78A7F93B7}"/>
          </ac:grpSpMkLst>
        </pc:grpChg>
        <pc:grpChg chg="add del mod">
          <ac:chgData name="Hayer Florian" userId="866d4ef7-f65d-4e61-9597-0542b71a7f4d" providerId="ADAL" clId="{731FFF11-6A53-5520-B035-B81EF8E0644C}" dt="2026-01-27T07:15:55.469" v="27"/>
          <ac:grpSpMkLst>
            <pc:docMk/>
            <pc:sldMk cId="1666210458" sldId="258"/>
            <ac:grpSpMk id="18" creationId="{3C7F1ACB-21F0-6C8D-FB87-AD7DA60740AF}"/>
          </ac:grpSpMkLst>
        </pc:grpChg>
        <pc:grpChg chg="add del mod">
          <ac:chgData name="Hayer Florian" userId="866d4ef7-f65d-4e61-9597-0542b71a7f4d" providerId="ADAL" clId="{731FFF11-6A53-5520-B035-B81EF8E0644C}" dt="2026-01-27T07:15:55.328" v="25"/>
          <ac:grpSpMkLst>
            <pc:docMk/>
            <pc:sldMk cId="1666210458" sldId="258"/>
            <ac:grpSpMk id="20" creationId="{31076368-419E-0DE4-28A9-5230B78EC4BB}"/>
          </ac:grpSpMkLst>
        </pc:grpChg>
        <pc:grpChg chg="mod">
          <ac:chgData name="Hayer Florian" userId="866d4ef7-f65d-4e61-9597-0542b71a7f4d" providerId="ADAL" clId="{731FFF11-6A53-5520-B035-B81EF8E0644C}" dt="2026-01-27T07:15:55.328" v="25"/>
          <ac:grpSpMkLst>
            <pc:docMk/>
            <pc:sldMk cId="1666210458" sldId="258"/>
            <ac:grpSpMk id="21" creationId="{7938DEB0-9E98-29F6-6299-66BBCD474A7A}"/>
          </ac:grpSpMkLst>
        </pc:grpChg>
        <pc:grpChg chg="add del mod">
          <ac:chgData name="Hayer Florian" userId="866d4ef7-f65d-4e61-9597-0542b71a7f4d" providerId="ADAL" clId="{731FFF11-6A53-5520-B035-B81EF8E0644C}" dt="2026-01-27T07:17:41.042" v="61"/>
          <ac:grpSpMkLst>
            <pc:docMk/>
            <pc:sldMk cId="1666210458" sldId="258"/>
            <ac:grpSpMk id="27" creationId="{A750D115-7EC5-38FC-A7F5-304FFF60115C}"/>
          </ac:grpSpMkLst>
        </pc:grpChg>
        <pc:grpChg chg="add del mod">
          <ac:chgData name="Hayer Florian" userId="866d4ef7-f65d-4e61-9597-0542b71a7f4d" providerId="ADAL" clId="{731FFF11-6A53-5520-B035-B81EF8E0644C}" dt="2026-01-27T07:17:41.042" v="61"/>
          <ac:grpSpMkLst>
            <pc:docMk/>
            <pc:sldMk cId="1666210458" sldId="258"/>
            <ac:grpSpMk id="28" creationId="{BA2031F7-4C1C-6D62-308B-3B91A5508143}"/>
          </ac:grpSpMkLst>
        </pc:grpChg>
        <pc:grpChg chg="add del mod">
          <ac:chgData name="Hayer Florian" userId="866d4ef7-f65d-4e61-9597-0542b71a7f4d" providerId="ADAL" clId="{731FFF11-6A53-5520-B035-B81EF8E0644C}" dt="2026-01-27T07:17:40.893" v="59"/>
          <ac:grpSpMkLst>
            <pc:docMk/>
            <pc:sldMk cId="1666210458" sldId="258"/>
            <ac:grpSpMk id="30" creationId="{806CDA1C-766A-6432-13C4-AC20A3BEFBA6}"/>
          </ac:grpSpMkLst>
        </pc:grpChg>
        <pc:grpChg chg="mod">
          <ac:chgData name="Hayer Florian" userId="866d4ef7-f65d-4e61-9597-0542b71a7f4d" providerId="ADAL" clId="{731FFF11-6A53-5520-B035-B81EF8E0644C}" dt="2026-01-27T07:17:40.893" v="59"/>
          <ac:grpSpMkLst>
            <pc:docMk/>
            <pc:sldMk cId="1666210458" sldId="258"/>
            <ac:grpSpMk id="31" creationId="{4576AA90-77AC-5993-221F-2B4567D0D061}"/>
          </ac:grpSpMkLst>
        </pc:grpChg>
        <pc:grpChg chg="del mod">
          <ac:chgData name="Hayer Florian" userId="866d4ef7-f65d-4e61-9597-0542b71a7f4d" providerId="ADAL" clId="{731FFF11-6A53-5520-B035-B81EF8E0644C}" dt="2026-01-27T07:17:46.261" v="63"/>
          <ac:grpSpMkLst>
            <pc:docMk/>
            <pc:sldMk cId="1666210458" sldId="258"/>
            <ac:grpSpMk id="33" creationId="{F71CE893-4071-7B85-A2E6-3334B6C0FD5F}"/>
          </ac:grpSpMkLst>
        </pc:grpChg>
        <pc:grpChg chg="add del mod">
          <ac:chgData name="Hayer Florian" userId="866d4ef7-f65d-4e61-9597-0542b71a7f4d" providerId="ADAL" clId="{731FFF11-6A53-5520-B035-B81EF8E0644C}" dt="2026-01-27T07:39:20.762" v="439"/>
          <ac:grpSpMkLst>
            <pc:docMk/>
            <pc:sldMk cId="1666210458" sldId="258"/>
            <ac:grpSpMk id="34" creationId="{AECC04E8-2031-95D1-4E64-5761A4B20C77}"/>
          </ac:grpSpMkLst>
        </pc:grpChg>
        <pc:grpChg chg="add del mod">
          <ac:chgData name="Hayer Florian" userId="866d4ef7-f65d-4e61-9597-0542b71a7f4d" providerId="ADAL" clId="{731FFF11-6A53-5520-B035-B81EF8E0644C}" dt="2026-01-27T07:18:07.892" v="73"/>
          <ac:grpSpMkLst>
            <pc:docMk/>
            <pc:sldMk cId="1666210458" sldId="258"/>
            <ac:grpSpMk id="42" creationId="{11A881C8-128E-2AF6-866C-C1745E49A9B0}"/>
          </ac:grpSpMkLst>
        </pc:grpChg>
        <pc:grpChg chg="mod">
          <ac:chgData name="Hayer Florian" userId="866d4ef7-f65d-4e61-9597-0542b71a7f4d" providerId="ADAL" clId="{731FFF11-6A53-5520-B035-B81EF8E0644C}" dt="2026-01-27T07:18:07.892" v="73"/>
          <ac:grpSpMkLst>
            <pc:docMk/>
            <pc:sldMk cId="1666210458" sldId="258"/>
            <ac:grpSpMk id="43" creationId="{3E718721-677F-9083-BFE2-02CD19CE2C49}"/>
          </ac:grpSpMkLst>
        </pc:grpChg>
        <pc:grpChg chg="del mod">
          <ac:chgData name="Hayer Florian" userId="866d4ef7-f65d-4e61-9597-0542b71a7f4d" providerId="ADAL" clId="{731FFF11-6A53-5520-B035-B81EF8E0644C}" dt="2026-01-27T07:18:18.390" v="82"/>
          <ac:grpSpMkLst>
            <pc:docMk/>
            <pc:sldMk cId="1666210458" sldId="258"/>
            <ac:grpSpMk id="47" creationId="{735AAC04-B297-0DE3-EAE2-B4DBBFB2E064}"/>
          </ac:grpSpMkLst>
        </pc:grpChg>
        <pc:grpChg chg="del mod">
          <ac:chgData name="Hayer Florian" userId="866d4ef7-f65d-4e61-9597-0542b71a7f4d" providerId="ADAL" clId="{731FFF11-6A53-5520-B035-B81EF8E0644C}" dt="2026-01-27T07:18:19.190" v="84"/>
          <ac:grpSpMkLst>
            <pc:docMk/>
            <pc:sldMk cId="1666210458" sldId="258"/>
            <ac:grpSpMk id="48" creationId="{47F75AA1-C10A-12D1-7BF8-1DA6D996CEEA}"/>
          </ac:grpSpMkLst>
        </pc:grpChg>
        <pc:grpChg chg="del mod">
          <ac:chgData name="Hayer Florian" userId="866d4ef7-f65d-4e61-9597-0542b71a7f4d" providerId="ADAL" clId="{731FFF11-6A53-5520-B035-B81EF8E0644C}" dt="2026-01-27T07:18:19.190" v="84"/>
          <ac:grpSpMkLst>
            <pc:docMk/>
            <pc:sldMk cId="1666210458" sldId="258"/>
            <ac:grpSpMk id="50" creationId="{B7AC4813-05D2-AA35-D58E-122D87962A62}"/>
          </ac:grpSpMkLst>
        </pc:grpChg>
        <pc:grpChg chg="add del mod">
          <ac:chgData name="Hayer Florian" userId="866d4ef7-f65d-4e61-9597-0542b71a7f4d" providerId="ADAL" clId="{731FFF11-6A53-5520-B035-B81EF8E0644C}" dt="2026-01-27T07:18:34.823" v="110"/>
          <ac:grpSpMkLst>
            <pc:docMk/>
            <pc:sldMk cId="1666210458" sldId="258"/>
            <ac:grpSpMk id="51" creationId="{B5756037-4BF7-E278-A388-5A46FA4C7238}"/>
          </ac:grpSpMkLst>
        </pc:grpChg>
        <pc:grpChg chg="add del mod">
          <ac:chgData name="Hayer Florian" userId="866d4ef7-f65d-4e61-9597-0542b71a7f4d" providerId="ADAL" clId="{731FFF11-6A53-5520-B035-B81EF8E0644C}" dt="2026-01-27T07:18:28.833" v="104"/>
          <ac:grpSpMkLst>
            <pc:docMk/>
            <pc:sldMk cId="1666210458" sldId="258"/>
            <ac:grpSpMk id="53" creationId="{624424B8-EF33-6FB4-8293-40A4A0881F3A}"/>
          </ac:grpSpMkLst>
        </pc:grpChg>
        <pc:grpChg chg="add del mod">
          <ac:chgData name="Hayer Florian" userId="866d4ef7-f65d-4e61-9597-0542b71a7f4d" providerId="ADAL" clId="{731FFF11-6A53-5520-B035-B81EF8E0644C}" dt="2026-01-27T07:18:28.833" v="104"/>
          <ac:grpSpMkLst>
            <pc:docMk/>
            <pc:sldMk cId="1666210458" sldId="258"/>
            <ac:grpSpMk id="54" creationId="{92BB1D79-1012-E9FC-48E0-6D05DE62D24E}"/>
          </ac:grpSpMkLst>
        </pc:grpChg>
        <pc:grpChg chg="add del mod">
          <ac:chgData name="Hayer Florian" userId="866d4ef7-f65d-4e61-9597-0542b71a7f4d" providerId="ADAL" clId="{731FFF11-6A53-5520-B035-B81EF8E0644C}" dt="2026-01-27T07:18:28.303" v="101"/>
          <ac:grpSpMkLst>
            <pc:docMk/>
            <pc:sldMk cId="1666210458" sldId="258"/>
            <ac:grpSpMk id="57" creationId="{9A850697-48C4-5F79-AACB-ACE40780D63E}"/>
          </ac:grpSpMkLst>
        </pc:grpChg>
        <pc:grpChg chg="add del mod">
          <ac:chgData name="Hayer Florian" userId="866d4ef7-f65d-4e61-9597-0542b71a7f4d" providerId="ADAL" clId="{731FFF11-6A53-5520-B035-B81EF8E0644C}" dt="2026-01-27T07:18:28.303" v="101"/>
          <ac:grpSpMkLst>
            <pc:docMk/>
            <pc:sldMk cId="1666210458" sldId="258"/>
            <ac:grpSpMk id="58" creationId="{68060113-B0E2-F7A3-9A6A-E4BA5D7F168F}"/>
          </ac:grpSpMkLst>
        </pc:grpChg>
        <pc:grpChg chg="add del mod">
          <ac:chgData name="Hayer Florian" userId="866d4ef7-f65d-4e61-9597-0542b71a7f4d" providerId="ADAL" clId="{731FFF11-6A53-5520-B035-B81EF8E0644C}" dt="2026-01-27T07:18:28.070" v="99"/>
          <ac:grpSpMkLst>
            <pc:docMk/>
            <pc:sldMk cId="1666210458" sldId="258"/>
            <ac:grpSpMk id="60" creationId="{2F3C7F8E-87A3-9D12-AFA3-41CA4C8FE417}"/>
          </ac:grpSpMkLst>
        </pc:grpChg>
        <pc:grpChg chg="add del mod">
          <ac:chgData name="Hayer Florian" userId="866d4ef7-f65d-4e61-9597-0542b71a7f4d" providerId="ADAL" clId="{731FFF11-6A53-5520-B035-B81EF8E0644C}" dt="2026-01-27T07:18:28.070" v="99"/>
          <ac:grpSpMkLst>
            <pc:docMk/>
            <pc:sldMk cId="1666210458" sldId="258"/>
            <ac:grpSpMk id="61" creationId="{B424BD5D-4A93-A373-1E88-7664054FEDF1}"/>
          </ac:grpSpMkLst>
        </pc:grpChg>
        <pc:grpChg chg="add del mod">
          <ac:chgData name="Hayer Florian" userId="866d4ef7-f65d-4e61-9597-0542b71a7f4d" providerId="ADAL" clId="{731FFF11-6A53-5520-B035-B81EF8E0644C}" dt="2026-01-27T07:18:27.582" v="96"/>
          <ac:grpSpMkLst>
            <pc:docMk/>
            <pc:sldMk cId="1666210458" sldId="258"/>
            <ac:grpSpMk id="64" creationId="{B0E730C2-BAC1-3739-217E-D526FE668A60}"/>
          </ac:grpSpMkLst>
        </pc:grpChg>
        <pc:grpChg chg="mod">
          <ac:chgData name="Hayer Florian" userId="866d4ef7-f65d-4e61-9597-0542b71a7f4d" providerId="ADAL" clId="{731FFF11-6A53-5520-B035-B81EF8E0644C}" dt="2026-01-27T07:18:27.582" v="96"/>
          <ac:grpSpMkLst>
            <pc:docMk/>
            <pc:sldMk cId="1666210458" sldId="258"/>
            <ac:grpSpMk id="65" creationId="{23AEC1DF-7E76-3AFE-B679-7ECE954E0245}"/>
          </ac:grpSpMkLst>
        </pc:grpChg>
        <pc:grpChg chg="add del mod">
          <ac:chgData name="Hayer Florian" userId="866d4ef7-f65d-4e61-9597-0542b71a7f4d" providerId="ADAL" clId="{731FFF11-6A53-5520-B035-B81EF8E0644C}" dt="2026-01-27T07:18:32.130" v="108"/>
          <ac:grpSpMkLst>
            <pc:docMk/>
            <pc:sldMk cId="1666210458" sldId="258"/>
            <ac:grpSpMk id="67" creationId="{8851DDE0-A5C1-4460-D734-3628434E712B}"/>
          </ac:grpSpMkLst>
        </pc:grpChg>
        <pc:grpChg chg="mod">
          <ac:chgData name="Hayer Florian" userId="866d4ef7-f65d-4e61-9597-0542b71a7f4d" providerId="ADAL" clId="{731FFF11-6A53-5520-B035-B81EF8E0644C}" dt="2026-01-27T07:18:32.130" v="108"/>
          <ac:grpSpMkLst>
            <pc:docMk/>
            <pc:sldMk cId="1666210458" sldId="258"/>
            <ac:grpSpMk id="68" creationId="{0B465A5B-AF2B-ABF1-1C89-3C24F780FC1E}"/>
          </ac:grpSpMkLst>
        </pc:grpChg>
        <pc:grpChg chg="del mod">
          <ac:chgData name="Hayer Florian" userId="866d4ef7-f65d-4e61-9597-0542b71a7f4d" providerId="ADAL" clId="{731FFF11-6A53-5520-B035-B81EF8E0644C}" dt="2026-01-27T07:18:34.823" v="110"/>
          <ac:grpSpMkLst>
            <pc:docMk/>
            <pc:sldMk cId="1666210458" sldId="258"/>
            <ac:grpSpMk id="70" creationId="{B9785170-B02C-8B4C-107F-95F885EDD2C8}"/>
          </ac:grpSpMkLst>
        </pc:grpChg>
        <pc:grpChg chg="del mod">
          <ac:chgData name="Hayer Florian" userId="866d4ef7-f65d-4e61-9597-0542b71a7f4d" providerId="ADAL" clId="{731FFF11-6A53-5520-B035-B81EF8E0644C}" dt="2026-01-27T07:18:37.954" v="113"/>
          <ac:grpSpMkLst>
            <pc:docMk/>
            <pc:sldMk cId="1666210458" sldId="258"/>
            <ac:grpSpMk id="71" creationId="{B77417AB-31C6-018A-1C67-3FD54F4D928E}"/>
          </ac:grpSpMkLst>
        </pc:grpChg>
        <pc:grpChg chg="del mod">
          <ac:chgData name="Hayer Florian" userId="866d4ef7-f65d-4e61-9597-0542b71a7f4d" providerId="ADAL" clId="{731FFF11-6A53-5520-B035-B81EF8E0644C}" dt="2026-01-27T07:18:37.954" v="113"/>
          <ac:grpSpMkLst>
            <pc:docMk/>
            <pc:sldMk cId="1666210458" sldId="258"/>
            <ac:grpSpMk id="74" creationId="{C454C8C7-9898-A8E7-4450-81B865B5B6C4}"/>
          </ac:grpSpMkLst>
        </pc:grpChg>
        <pc:grpChg chg="mod">
          <ac:chgData name="Hayer Florian" userId="866d4ef7-f65d-4e61-9597-0542b71a7f4d" providerId="ADAL" clId="{731FFF11-6A53-5520-B035-B81EF8E0644C}" dt="2026-01-27T07:18:54.342" v="114" actId="1076"/>
          <ac:grpSpMkLst>
            <pc:docMk/>
            <pc:sldMk cId="1666210458" sldId="258"/>
            <ac:grpSpMk id="75" creationId="{D1640733-2305-F5A5-B94B-9C1A5F99A0F7}"/>
          </ac:grpSpMkLst>
        </pc:grpChg>
        <pc:grpChg chg="add del mod">
          <ac:chgData name="Hayer Florian" userId="866d4ef7-f65d-4e61-9597-0542b71a7f4d" providerId="ADAL" clId="{731FFF11-6A53-5520-B035-B81EF8E0644C}" dt="2026-01-27T07:20:01.419" v="142"/>
          <ac:grpSpMkLst>
            <pc:docMk/>
            <pc:sldMk cId="1666210458" sldId="258"/>
            <ac:grpSpMk id="85" creationId="{230FFDD8-2589-4A5C-4657-18755B1CC5EC}"/>
          </ac:grpSpMkLst>
        </pc:grpChg>
        <pc:grpChg chg="add del mod">
          <ac:chgData name="Hayer Florian" userId="866d4ef7-f65d-4e61-9597-0542b71a7f4d" providerId="ADAL" clId="{731FFF11-6A53-5520-B035-B81EF8E0644C}" dt="2026-01-27T07:20:01.419" v="142"/>
          <ac:grpSpMkLst>
            <pc:docMk/>
            <pc:sldMk cId="1666210458" sldId="258"/>
            <ac:grpSpMk id="86" creationId="{AB3D718F-D993-A124-2FF3-F05425FD3F16}"/>
          </ac:grpSpMkLst>
        </pc:grpChg>
        <pc:grpChg chg="add del mod">
          <ac:chgData name="Hayer Florian" userId="866d4ef7-f65d-4e61-9597-0542b71a7f4d" providerId="ADAL" clId="{731FFF11-6A53-5520-B035-B81EF8E0644C}" dt="2026-01-27T07:20:01.281" v="140"/>
          <ac:grpSpMkLst>
            <pc:docMk/>
            <pc:sldMk cId="1666210458" sldId="258"/>
            <ac:grpSpMk id="88" creationId="{6953DFD0-96FB-B24A-00EF-04646B335F7D}"/>
          </ac:grpSpMkLst>
        </pc:grpChg>
        <pc:grpChg chg="mod">
          <ac:chgData name="Hayer Florian" userId="866d4ef7-f65d-4e61-9597-0542b71a7f4d" providerId="ADAL" clId="{731FFF11-6A53-5520-B035-B81EF8E0644C}" dt="2026-01-27T07:20:01.281" v="140"/>
          <ac:grpSpMkLst>
            <pc:docMk/>
            <pc:sldMk cId="1666210458" sldId="258"/>
            <ac:grpSpMk id="89" creationId="{F45233C3-4739-4088-3857-BF3D0A9D440C}"/>
          </ac:grpSpMkLst>
        </pc:grpChg>
        <pc:grpChg chg="add del mod">
          <ac:chgData name="Hayer Florian" userId="866d4ef7-f65d-4e61-9597-0542b71a7f4d" providerId="ADAL" clId="{731FFF11-6A53-5520-B035-B81EF8E0644C}" dt="2026-01-27T07:20:26.580" v="160"/>
          <ac:grpSpMkLst>
            <pc:docMk/>
            <pc:sldMk cId="1666210458" sldId="258"/>
            <ac:grpSpMk id="99" creationId="{6682A7B2-5436-4AF5-F86F-1178A49B2432}"/>
          </ac:grpSpMkLst>
        </pc:grpChg>
        <pc:grpChg chg="add del mod">
          <ac:chgData name="Hayer Florian" userId="866d4ef7-f65d-4e61-9597-0542b71a7f4d" providerId="ADAL" clId="{731FFF11-6A53-5520-B035-B81EF8E0644C}" dt="2026-01-27T07:20:26.580" v="160"/>
          <ac:grpSpMkLst>
            <pc:docMk/>
            <pc:sldMk cId="1666210458" sldId="258"/>
            <ac:grpSpMk id="100" creationId="{2D610B98-587F-502F-92CB-104BEAD2A5F9}"/>
          </ac:grpSpMkLst>
        </pc:grpChg>
        <pc:grpChg chg="add del mod">
          <ac:chgData name="Hayer Florian" userId="866d4ef7-f65d-4e61-9597-0542b71a7f4d" providerId="ADAL" clId="{731FFF11-6A53-5520-B035-B81EF8E0644C}" dt="2026-01-27T07:20:26.447" v="158"/>
          <ac:grpSpMkLst>
            <pc:docMk/>
            <pc:sldMk cId="1666210458" sldId="258"/>
            <ac:grpSpMk id="102" creationId="{8C0AB6F9-4A49-87D4-3B30-F2E896FC5DB4}"/>
          </ac:grpSpMkLst>
        </pc:grpChg>
        <pc:grpChg chg="mod">
          <ac:chgData name="Hayer Florian" userId="866d4ef7-f65d-4e61-9597-0542b71a7f4d" providerId="ADAL" clId="{731FFF11-6A53-5520-B035-B81EF8E0644C}" dt="2026-01-27T07:20:26.447" v="158"/>
          <ac:grpSpMkLst>
            <pc:docMk/>
            <pc:sldMk cId="1666210458" sldId="258"/>
            <ac:grpSpMk id="103" creationId="{85B48240-DB39-D32F-D431-771EBCE3658C}"/>
          </ac:grpSpMkLst>
        </pc:grpChg>
        <pc:grpChg chg="del mod">
          <ac:chgData name="Hayer Florian" userId="866d4ef7-f65d-4e61-9597-0542b71a7f4d" providerId="ADAL" clId="{731FFF11-6A53-5520-B035-B81EF8E0644C}" dt="2026-01-27T07:20:36.991" v="164"/>
          <ac:grpSpMkLst>
            <pc:docMk/>
            <pc:sldMk cId="1666210458" sldId="258"/>
            <ac:grpSpMk id="107" creationId="{7C7C8A66-F68C-363A-4FC7-5FFDC3830C09}"/>
          </ac:grpSpMkLst>
        </pc:grpChg>
        <pc:grpChg chg="mod">
          <ac:chgData name="Hayer Florian" userId="866d4ef7-f65d-4e61-9597-0542b71a7f4d" providerId="ADAL" clId="{731FFF11-6A53-5520-B035-B81EF8E0644C}" dt="2026-01-27T07:20:36.991" v="164"/>
          <ac:grpSpMkLst>
            <pc:docMk/>
            <pc:sldMk cId="1666210458" sldId="258"/>
            <ac:grpSpMk id="108" creationId="{0B5385DC-D73E-E5CA-C065-931EAEFE61A1}"/>
          </ac:grpSpMkLst>
        </pc:grpChg>
        <pc:grpChg chg="del mod">
          <ac:chgData name="Hayer Florian" userId="866d4ef7-f65d-4e61-9597-0542b71a7f4d" providerId="ADAL" clId="{731FFF11-6A53-5520-B035-B81EF8E0644C}" dt="2026-01-27T07:21:03.112" v="179"/>
          <ac:grpSpMkLst>
            <pc:docMk/>
            <pc:sldMk cId="1666210458" sldId="258"/>
            <ac:grpSpMk id="123" creationId="{801E11A7-2751-4F5A-4753-D62A88601268}"/>
          </ac:grpSpMkLst>
        </pc:grpChg>
        <pc:grpChg chg="mod">
          <ac:chgData name="Hayer Florian" userId="866d4ef7-f65d-4e61-9597-0542b71a7f4d" providerId="ADAL" clId="{731FFF11-6A53-5520-B035-B81EF8E0644C}" dt="2026-01-27T07:21:44.190" v="184" actId="1076"/>
          <ac:grpSpMkLst>
            <pc:docMk/>
            <pc:sldMk cId="1666210458" sldId="258"/>
            <ac:grpSpMk id="124" creationId="{BCFA757A-C310-6540-4974-D832BE9B9D6E}"/>
          </ac:grpSpMkLst>
        </pc:grpChg>
        <pc:grpChg chg="add del mod">
          <ac:chgData name="Hayer Florian" userId="866d4ef7-f65d-4e61-9597-0542b71a7f4d" providerId="ADAL" clId="{731FFF11-6A53-5520-B035-B81EF8E0644C}" dt="2026-01-27T07:39:02.150" v="413"/>
          <ac:grpSpMkLst>
            <pc:docMk/>
            <pc:sldMk cId="1666210458" sldId="258"/>
            <ac:grpSpMk id="136" creationId="{703076B1-A428-A0EC-9F03-363C270FCC7C}"/>
          </ac:grpSpMkLst>
        </pc:grpChg>
        <pc:grpChg chg="mod">
          <ac:chgData name="Hayer Florian" userId="866d4ef7-f65d-4e61-9597-0542b71a7f4d" providerId="ADAL" clId="{731FFF11-6A53-5520-B035-B81EF8E0644C}" dt="2026-01-27T07:39:02.150" v="413"/>
          <ac:grpSpMkLst>
            <pc:docMk/>
            <pc:sldMk cId="1666210458" sldId="258"/>
            <ac:grpSpMk id="137" creationId="{7BE69CB6-E15C-483F-6632-0AE4EE3CE347}"/>
          </ac:grpSpMkLst>
        </pc:grpChg>
        <pc:grpChg chg="add del mod">
          <ac:chgData name="Hayer Florian" userId="866d4ef7-f65d-4e61-9597-0542b71a7f4d" providerId="ADAL" clId="{731FFF11-6A53-5520-B035-B81EF8E0644C}" dt="2026-01-27T07:39:21.027" v="441"/>
          <ac:grpSpMkLst>
            <pc:docMk/>
            <pc:sldMk cId="1666210458" sldId="258"/>
            <ac:grpSpMk id="140" creationId="{F6E36BCF-F777-298C-D16D-E2F5CC2C310C}"/>
          </ac:grpSpMkLst>
        </pc:grpChg>
        <pc:grpChg chg="add del mod">
          <ac:chgData name="Hayer Florian" userId="866d4ef7-f65d-4e61-9597-0542b71a7f4d" providerId="ADAL" clId="{731FFF11-6A53-5520-B035-B81EF8E0644C}" dt="2026-01-27T07:39:21.027" v="441"/>
          <ac:grpSpMkLst>
            <pc:docMk/>
            <pc:sldMk cId="1666210458" sldId="258"/>
            <ac:grpSpMk id="141" creationId="{C19CD508-8C62-9604-C4D0-BF814398DC84}"/>
          </ac:grpSpMkLst>
        </pc:grpChg>
        <pc:grpChg chg="add del mod">
          <ac:chgData name="Hayer Florian" userId="866d4ef7-f65d-4e61-9597-0542b71a7f4d" providerId="ADAL" clId="{731FFF11-6A53-5520-B035-B81EF8E0644C}" dt="2026-01-27T07:39:20.762" v="439"/>
          <ac:grpSpMkLst>
            <pc:docMk/>
            <pc:sldMk cId="1666210458" sldId="258"/>
            <ac:grpSpMk id="143" creationId="{EED6D498-E686-6E2B-D1A0-6100358346B7}"/>
          </ac:grpSpMkLst>
        </pc:grpChg>
        <pc:grpChg chg="add del mod">
          <ac:chgData name="Hayer Florian" userId="866d4ef7-f65d-4e61-9597-0542b71a7f4d" providerId="ADAL" clId="{731FFF11-6A53-5520-B035-B81EF8E0644C}" dt="2026-01-27T07:39:20.762" v="439"/>
          <ac:grpSpMkLst>
            <pc:docMk/>
            <pc:sldMk cId="1666210458" sldId="258"/>
            <ac:grpSpMk id="144" creationId="{9F5884E5-86A0-F0A6-96B8-8DC3E1DFFAB6}"/>
          </ac:grpSpMkLst>
        </pc:grpChg>
        <pc:grpChg chg="add del mod">
          <ac:chgData name="Hayer Florian" userId="866d4ef7-f65d-4e61-9597-0542b71a7f4d" providerId="ADAL" clId="{731FFF11-6A53-5520-B035-B81EF8E0644C}" dt="2026-01-27T07:39:09.154" v="425"/>
          <ac:grpSpMkLst>
            <pc:docMk/>
            <pc:sldMk cId="1666210458" sldId="258"/>
            <ac:grpSpMk id="146" creationId="{C59E1DE5-D1D2-C117-4D9E-7BE13E555B40}"/>
          </ac:grpSpMkLst>
        </pc:grpChg>
        <pc:grpChg chg="mod">
          <ac:chgData name="Hayer Florian" userId="866d4ef7-f65d-4e61-9597-0542b71a7f4d" providerId="ADAL" clId="{731FFF11-6A53-5520-B035-B81EF8E0644C}" dt="2026-01-27T07:39:09.154" v="425"/>
          <ac:grpSpMkLst>
            <pc:docMk/>
            <pc:sldMk cId="1666210458" sldId="258"/>
            <ac:grpSpMk id="147" creationId="{73BFB075-4402-CE00-E655-D90D5AA510B0}"/>
          </ac:grpSpMkLst>
        </pc:grpChg>
        <pc:grpChg chg="add del mod">
          <ac:chgData name="Hayer Florian" userId="866d4ef7-f65d-4e61-9597-0542b71a7f4d" providerId="ADAL" clId="{731FFF11-6A53-5520-B035-B81EF8E0644C}" dt="2026-01-27T07:39:20.596" v="437"/>
          <ac:grpSpMkLst>
            <pc:docMk/>
            <pc:sldMk cId="1666210458" sldId="258"/>
            <ac:grpSpMk id="149" creationId="{2D87E0D7-7092-9973-FF40-DDC103DFEC12}"/>
          </ac:grpSpMkLst>
        </pc:grpChg>
        <pc:grpChg chg="mod">
          <ac:chgData name="Hayer Florian" userId="866d4ef7-f65d-4e61-9597-0542b71a7f4d" providerId="ADAL" clId="{731FFF11-6A53-5520-B035-B81EF8E0644C}" dt="2026-01-27T07:39:20.596" v="437"/>
          <ac:grpSpMkLst>
            <pc:docMk/>
            <pc:sldMk cId="1666210458" sldId="258"/>
            <ac:grpSpMk id="150" creationId="{4B60D6C8-C88E-E68B-FD77-59E9CCC7B873}"/>
          </ac:grpSpMkLst>
        </pc:grpChg>
        <pc:grpChg chg="add del mod">
          <ac:chgData name="Hayer Florian" userId="866d4ef7-f65d-4e61-9597-0542b71a7f4d" providerId="ADAL" clId="{731FFF11-6A53-5520-B035-B81EF8E0644C}" dt="2026-01-27T07:39:20.297" v="434"/>
          <ac:grpSpMkLst>
            <pc:docMk/>
            <pc:sldMk cId="1666210458" sldId="258"/>
            <ac:grpSpMk id="154" creationId="{4D377019-3DC4-B3DE-7A68-9828BB45D71E}"/>
          </ac:grpSpMkLst>
        </pc:grpChg>
        <pc:grpChg chg="mod">
          <ac:chgData name="Hayer Florian" userId="866d4ef7-f65d-4e61-9597-0542b71a7f4d" providerId="ADAL" clId="{731FFF11-6A53-5520-B035-B81EF8E0644C}" dt="2026-01-27T07:39:20.297" v="434"/>
          <ac:grpSpMkLst>
            <pc:docMk/>
            <pc:sldMk cId="1666210458" sldId="258"/>
            <ac:grpSpMk id="155" creationId="{9DBD09C8-F1E9-A3E5-7186-555E0EC92B59}"/>
          </ac:grpSpMkLst>
        </pc:grpChg>
        <pc:grpChg chg="del mod">
          <ac:chgData name="Hayer Florian" userId="866d4ef7-f65d-4e61-9597-0542b71a7f4d" providerId="ADAL" clId="{731FFF11-6A53-5520-B035-B81EF8E0644C}" dt="2026-01-27T07:39:31.813" v="447"/>
          <ac:grpSpMkLst>
            <pc:docMk/>
            <pc:sldMk cId="1666210458" sldId="258"/>
            <ac:grpSpMk id="160" creationId="{92CFF3C9-E362-9001-8B4F-9B5F6E45A52E}"/>
          </ac:grpSpMkLst>
        </pc:grpChg>
        <pc:grpChg chg="mod">
          <ac:chgData name="Hayer Florian" userId="866d4ef7-f65d-4e61-9597-0542b71a7f4d" providerId="ADAL" clId="{731FFF11-6A53-5520-B035-B81EF8E0644C}" dt="2026-01-27T07:39:31.813" v="447"/>
          <ac:grpSpMkLst>
            <pc:docMk/>
            <pc:sldMk cId="1666210458" sldId="258"/>
            <ac:grpSpMk id="161" creationId="{A91850DD-F635-1353-3648-3E0EFB716438}"/>
          </ac:grpSpMkLst>
        </pc:grpChg>
        <pc:grpChg chg="del mod">
          <ac:chgData name="Hayer Florian" userId="866d4ef7-f65d-4e61-9597-0542b71a7f4d" providerId="ADAL" clId="{731FFF11-6A53-5520-B035-B81EF8E0644C}" dt="2026-01-27T07:39:31.813" v="447"/>
          <ac:grpSpMkLst>
            <pc:docMk/>
            <pc:sldMk cId="1666210458" sldId="258"/>
            <ac:grpSpMk id="162" creationId="{F6284502-5481-D592-2723-97241B24720D}"/>
          </ac:grpSpMkLst>
        </pc:grpChg>
        <pc:grpChg chg="mod">
          <ac:chgData name="Hayer Florian" userId="866d4ef7-f65d-4e61-9597-0542b71a7f4d" providerId="ADAL" clId="{731FFF11-6A53-5520-B035-B81EF8E0644C}" dt="2026-01-27T07:39:31.813" v="447"/>
          <ac:grpSpMkLst>
            <pc:docMk/>
            <pc:sldMk cId="1666210458" sldId="258"/>
            <ac:grpSpMk id="163" creationId="{135C8FD2-C9D5-6A7E-81FE-18A73F3A2CE8}"/>
          </ac:grpSpMkLst>
        </pc:grpChg>
        <pc:grpChg chg="del mod">
          <ac:chgData name="Hayer Florian" userId="866d4ef7-f65d-4e61-9597-0542b71a7f4d" providerId="ADAL" clId="{731FFF11-6A53-5520-B035-B81EF8E0644C}" dt="2026-01-27T07:39:42.696" v="450"/>
          <ac:grpSpMkLst>
            <pc:docMk/>
            <pc:sldMk cId="1666210458" sldId="258"/>
            <ac:grpSpMk id="166" creationId="{1E7C3CA8-1D34-4550-2101-9ED2DBF330C9}"/>
          </ac:grpSpMkLst>
        </pc:grpChg>
        <pc:grpChg chg="del mod">
          <ac:chgData name="Hayer Florian" userId="866d4ef7-f65d-4e61-9597-0542b71a7f4d" providerId="ADAL" clId="{731FFF11-6A53-5520-B035-B81EF8E0644C}" dt="2026-01-27T07:39:44.240" v="452"/>
          <ac:grpSpMkLst>
            <pc:docMk/>
            <pc:sldMk cId="1666210458" sldId="258"/>
            <ac:grpSpMk id="167" creationId="{45EB5CED-0722-563E-7158-29B76323DB8E}"/>
          </ac:grpSpMkLst>
        </pc:grpChg>
        <pc:grpChg chg="del mod">
          <ac:chgData name="Hayer Florian" userId="866d4ef7-f65d-4e61-9597-0542b71a7f4d" providerId="ADAL" clId="{731FFF11-6A53-5520-B035-B81EF8E0644C}" dt="2026-01-27T07:39:44.240" v="452"/>
          <ac:grpSpMkLst>
            <pc:docMk/>
            <pc:sldMk cId="1666210458" sldId="258"/>
            <ac:grpSpMk id="169" creationId="{030A0EDF-3511-3598-44ED-8C9B8302607A}"/>
          </ac:grpSpMkLst>
        </pc:grpChg>
        <pc:grpChg chg="del mod">
          <ac:chgData name="Hayer Florian" userId="866d4ef7-f65d-4e61-9597-0542b71a7f4d" providerId="ADAL" clId="{731FFF11-6A53-5520-B035-B81EF8E0644C}" dt="2026-01-27T07:41:12.952" v="471"/>
          <ac:grpSpMkLst>
            <pc:docMk/>
            <pc:sldMk cId="1666210458" sldId="258"/>
            <ac:grpSpMk id="170" creationId="{359981BC-1E0F-CDB1-4DE1-1BE7A8D2AA37}"/>
          </ac:grpSpMkLst>
        </pc:grpChg>
        <pc:grpChg chg="del mod">
          <ac:chgData name="Hayer Florian" userId="866d4ef7-f65d-4e61-9597-0542b71a7f4d" providerId="ADAL" clId="{731FFF11-6A53-5520-B035-B81EF8E0644C}" dt="2026-01-27T07:39:57.375" v="459"/>
          <ac:grpSpMkLst>
            <pc:docMk/>
            <pc:sldMk cId="1666210458" sldId="258"/>
            <ac:grpSpMk id="175" creationId="{132BA426-A55B-2A49-8A80-AF80C0E53612}"/>
          </ac:grpSpMkLst>
        </pc:grpChg>
        <pc:grpChg chg="del mod">
          <ac:chgData name="Hayer Florian" userId="866d4ef7-f65d-4e61-9597-0542b71a7f4d" providerId="ADAL" clId="{731FFF11-6A53-5520-B035-B81EF8E0644C}" dt="2026-01-27T07:39:58.539" v="461"/>
          <ac:grpSpMkLst>
            <pc:docMk/>
            <pc:sldMk cId="1666210458" sldId="258"/>
            <ac:grpSpMk id="176" creationId="{612C7BF6-A99E-E5BB-51A4-6D49855B09B8}"/>
          </ac:grpSpMkLst>
        </pc:grpChg>
        <pc:grpChg chg="del mod">
          <ac:chgData name="Hayer Florian" userId="866d4ef7-f65d-4e61-9597-0542b71a7f4d" providerId="ADAL" clId="{731FFF11-6A53-5520-B035-B81EF8E0644C}" dt="2026-01-27T07:39:58.539" v="461"/>
          <ac:grpSpMkLst>
            <pc:docMk/>
            <pc:sldMk cId="1666210458" sldId="258"/>
            <ac:grpSpMk id="178" creationId="{44B46C70-6DF1-8A09-7A5E-61EF987B5E15}"/>
          </ac:grpSpMkLst>
        </pc:grpChg>
        <pc:grpChg chg="del mod">
          <ac:chgData name="Hayer Florian" userId="866d4ef7-f65d-4e61-9597-0542b71a7f4d" providerId="ADAL" clId="{731FFF11-6A53-5520-B035-B81EF8E0644C}" dt="2026-01-27T07:41:12.952" v="471"/>
          <ac:grpSpMkLst>
            <pc:docMk/>
            <pc:sldMk cId="1666210458" sldId="258"/>
            <ac:grpSpMk id="179" creationId="{55F58A91-EE92-3E19-E6CA-FF029B048F2C}"/>
          </ac:grpSpMkLst>
        </pc:grpChg>
        <pc:grpChg chg="del mod">
          <ac:chgData name="Hayer Florian" userId="866d4ef7-f65d-4e61-9597-0542b71a7f4d" providerId="ADAL" clId="{731FFF11-6A53-5520-B035-B81EF8E0644C}" dt="2026-01-27T07:41:12.952" v="471"/>
          <ac:grpSpMkLst>
            <pc:docMk/>
            <pc:sldMk cId="1666210458" sldId="258"/>
            <ac:grpSpMk id="185" creationId="{A3CD8E0C-5F56-9114-B6AF-FEAE081CDF60}"/>
          </ac:grpSpMkLst>
        </pc:grpChg>
        <pc:grpChg chg="del mod">
          <ac:chgData name="Hayer Florian" userId="866d4ef7-f65d-4e61-9597-0542b71a7f4d" providerId="ADAL" clId="{731FFF11-6A53-5520-B035-B81EF8E0644C}" dt="2026-01-27T07:41:14.904" v="473"/>
          <ac:grpSpMkLst>
            <pc:docMk/>
            <pc:sldMk cId="1666210458" sldId="258"/>
            <ac:grpSpMk id="186" creationId="{BC26BB20-0C69-6456-E6A4-739B55AF808D}"/>
          </ac:grpSpMkLst>
        </pc:grpChg>
        <pc:grpChg chg="del mod">
          <ac:chgData name="Hayer Florian" userId="866d4ef7-f65d-4e61-9597-0542b71a7f4d" providerId="ADAL" clId="{731FFF11-6A53-5520-B035-B81EF8E0644C}" dt="2026-01-27T07:41:14.904" v="473"/>
          <ac:grpSpMkLst>
            <pc:docMk/>
            <pc:sldMk cId="1666210458" sldId="258"/>
            <ac:grpSpMk id="188" creationId="{C0FBD7EE-45AE-0DD0-63E8-5667B3027DFB}"/>
          </ac:grpSpMkLst>
        </pc:grpChg>
        <pc:grpChg chg="del mod">
          <ac:chgData name="Hayer Florian" userId="866d4ef7-f65d-4e61-9597-0542b71a7f4d" providerId="ADAL" clId="{731FFF11-6A53-5520-B035-B81EF8E0644C}" dt="2026-01-27T07:41:20.353" v="477"/>
          <ac:grpSpMkLst>
            <pc:docMk/>
            <pc:sldMk cId="1666210458" sldId="258"/>
            <ac:grpSpMk id="189" creationId="{E794F79E-681B-7CE7-A66A-B8C5B4E4D028}"/>
          </ac:grpSpMkLst>
        </pc:grpChg>
        <pc:grpChg chg="del mod">
          <ac:chgData name="Hayer Florian" userId="866d4ef7-f65d-4e61-9597-0542b71a7f4d" providerId="ADAL" clId="{731FFF11-6A53-5520-B035-B81EF8E0644C}" dt="2026-01-27T07:41:20.353" v="477"/>
          <ac:grpSpMkLst>
            <pc:docMk/>
            <pc:sldMk cId="1666210458" sldId="258"/>
            <ac:grpSpMk id="1025" creationId="{4BC3F8BC-3AC9-3C8C-E38B-5155F497D7BA}"/>
          </ac:grpSpMkLst>
        </pc:grpChg>
        <pc:grpChg chg="mod">
          <ac:chgData name="Hayer Florian" userId="866d4ef7-f65d-4e61-9597-0542b71a7f4d" providerId="ADAL" clId="{731FFF11-6A53-5520-B035-B81EF8E0644C}" dt="2026-01-27T07:41:20.353" v="477"/>
          <ac:grpSpMkLst>
            <pc:docMk/>
            <pc:sldMk cId="1666210458" sldId="258"/>
            <ac:grpSpMk id="1027" creationId="{8321A893-8E9C-C4EC-1F93-9D81C272FD91}"/>
          </ac:grpSpMkLst>
        </pc:grpChg>
        <pc:grpChg chg="add del mod">
          <ac:chgData name="Hayer Florian" userId="866d4ef7-f65d-4e61-9597-0542b71a7f4d" providerId="ADAL" clId="{731FFF11-6A53-5520-B035-B81EF8E0644C}" dt="2026-01-27T07:41:54.508" v="488"/>
          <ac:grpSpMkLst>
            <pc:docMk/>
            <pc:sldMk cId="1666210458" sldId="258"/>
            <ac:grpSpMk id="1038" creationId="{AE83D6F4-591A-5A99-BD2D-216EE7D14AD5}"/>
          </ac:grpSpMkLst>
        </pc:grpChg>
        <pc:grpChg chg="mod">
          <ac:chgData name="Hayer Florian" userId="866d4ef7-f65d-4e61-9597-0542b71a7f4d" providerId="ADAL" clId="{731FFF11-6A53-5520-B035-B81EF8E0644C}" dt="2026-01-27T07:41:54.508" v="488"/>
          <ac:grpSpMkLst>
            <pc:docMk/>
            <pc:sldMk cId="1666210458" sldId="258"/>
            <ac:grpSpMk id="1039" creationId="{85615C65-ED1F-13D4-2684-12500F833430}"/>
          </ac:grpSpMkLst>
        </pc:grpChg>
        <pc:grpChg chg="del mod">
          <ac:chgData name="Hayer Florian" userId="866d4ef7-f65d-4e61-9597-0542b71a7f4d" providerId="ADAL" clId="{731FFF11-6A53-5520-B035-B81EF8E0644C}" dt="2026-01-27T07:42:25.608" v="509"/>
          <ac:grpSpMkLst>
            <pc:docMk/>
            <pc:sldMk cId="1666210458" sldId="258"/>
            <ac:grpSpMk id="1053" creationId="{A0875A13-1CE3-DE61-4EB0-C4DCCF6F9330}"/>
          </ac:grpSpMkLst>
        </pc:grpChg>
        <pc:grpChg chg="mod">
          <ac:chgData name="Hayer Florian" userId="866d4ef7-f65d-4e61-9597-0542b71a7f4d" providerId="ADAL" clId="{731FFF11-6A53-5520-B035-B81EF8E0644C}" dt="2026-01-27T07:42:25.608" v="509"/>
          <ac:grpSpMkLst>
            <pc:docMk/>
            <pc:sldMk cId="1666210458" sldId="258"/>
            <ac:grpSpMk id="1054" creationId="{96730D36-FE96-8B0A-DD45-703DFA803DA5}"/>
          </ac:grpSpMkLst>
        </pc:grpChg>
        <pc:grpChg chg="del mod">
          <ac:chgData name="Hayer Florian" userId="866d4ef7-f65d-4e61-9597-0542b71a7f4d" providerId="ADAL" clId="{731FFF11-6A53-5520-B035-B81EF8E0644C}" dt="2026-01-27T07:42:25.608" v="509"/>
          <ac:grpSpMkLst>
            <pc:docMk/>
            <pc:sldMk cId="1666210458" sldId="258"/>
            <ac:grpSpMk id="1055" creationId="{19DE55CF-5E7D-E394-316B-8E116AB09206}"/>
          </ac:grpSpMkLst>
        </pc:grpChg>
        <pc:grpChg chg="mod">
          <ac:chgData name="Hayer Florian" userId="866d4ef7-f65d-4e61-9597-0542b71a7f4d" providerId="ADAL" clId="{731FFF11-6A53-5520-B035-B81EF8E0644C}" dt="2026-01-27T07:42:25.608" v="509"/>
          <ac:grpSpMkLst>
            <pc:docMk/>
            <pc:sldMk cId="1666210458" sldId="258"/>
            <ac:grpSpMk id="1056" creationId="{0A03907C-0FBB-BCAD-0A30-B38312E0AAAB}"/>
          </ac:grpSpMkLst>
        </pc:grpChg>
        <pc:picChg chg="add mod">
          <ac:chgData name="Hayer Florian" userId="866d4ef7-f65d-4e61-9597-0542b71a7f4d" providerId="ADAL" clId="{731FFF11-6A53-5520-B035-B81EF8E0644C}" dt="2026-01-27T07:19:34.975" v="127" actId="1076"/>
          <ac:picMkLst>
            <pc:docMk/>
            <pc:sldMk cId="1666210458" sldId="258"/>
            <ac:picMk id="76" creationId="{1919C9A6-D75B-1B15-EBF6-8ECC0BE444E3}"/>
          </ac:picMkLst>
        </pc:picChg>
        <pc:picChg chg="add mod">
          <ac:chgData name="Hayer Florian" userId="866d4ef7-f65d-4e61-9597-0542b71a7f4d" providerId="ADAL" clId="{731FFF11-6A53-5520-B035-B81EF8E0644C}" dt="2026-01-27T07:19:36.717" v="129" actId="1076"/>
          <ac:picMkLst>
            <pc:docMk/>
            <pc:sldMk cId="1666210458" sldId="258"/>
            <ac:picMk id="77" creationId="{9A1967BB-EE9B-6A08-6574-9AF557C9012F}"/>
          </ac:picMkLst>
        </pc:picChg>
        <pc:picChg chg="add mod">
          <ac:chgData name="Hayer Florian" userId="866d4ef7-f65d-4e61-9597-0542b71a7f4d" providerId="ADAL" clId="{731FFF11-6A53-5520-B035-B81EF8E0644C}" dt="2026-01-27T07:19:33.011" v="124" actId="1076"/>
          <ac:picMkLst>
            <pc:docMk/>
            <pc:sldMk cId="1666210458" sldId="258"/>
            <ac:picMk id="78" creationId="{DB3140C8-04E7-ECF9-D427-6418FE46FE4F}"/>
          </ac:picMkLst>
        </pc:picChg>
        <pc:picChg chg="add mod">
          <ac:chgData name="Hayer Florian" userId="866d4ef7-f65d-4e61-9597-0542b71a7f4d" providerId="ADAL" clId="{731FFF11-6A53-5520-B035-B81EF8E0644C}" dt="2026-01-27T07:22:12.948" v="192" actId="1076"/>
          <ac:picMkLst>
            <pc:docMk/>
            <pc:sldMk cId="1666210458" sldId="258"/>
            <ac:picMk id="79" creationId="{B3C35A43-E160-3629-AA21-70B07E3C4908}"/>
          </ac:picMkLst>
        </pc:picChg>
        <pc:picChg chg="add mod">
          <ac:chgData name="Hayer Florian" userId="866d4ef7-f65d-4e61-9597-0542b71a7f4d" providerId="ADAL" clId="{731FFF11-6A53-5520-B035-B81EF8E0644C}" dt="2026-01-27T07:42:59.466" v="516" actId="1076"/>
          <ac:picMkLst>
            <pc:docMk/>
            <pc:sldMk cId="1666210458" sldId="258"/>
            <ac:picMk id="125" creationId="{7DBBAA14-191A-6810-9DA4-F4010E119742}"/>
          </ac:picMkLst>
        </pc:picChg>
        <pc:picChg chg="add mod">
          <ac:chgData name="Hayer Florian" userId="866d4ef7-f65d-4e61-9597-0542b71a7f4d" providerId="ADAL" clId="{731FFF11-6A53-5520-B035-B81EF8E0644C}" dt="2026-01-27T07:43:00.641" v="517" actId="1076"/>
          <ac:picMkLst>
            <pc:docMk/>
            <pc:sldMk cId="1666210458" sldId="258"/>
            <ac:picMk id="126" creationId="{53DA0658-6ECB-50CD-DC34-607F509BF93B}"/>
          </ac:picMkLst>
        </pc:picChg>
        <pc:picChg chg="add mod">
          <ac:chgData name="Hayer Florian" userId="866d4ef7-f65d-4e61-9597-0542b71a7f4d" providerId="ADAL" clId="{731FFF11-6A53-5520-B035-B81EF8E0644C}" dt="2026-01-27T07:37:45.056" v="331" actId="1076"/>
          <ac:picMkLst>
            <pc:docMk/>
            <pc:sldMk cId="1666210458" sldId="258"/>
            <ac:picMk id="127" creationId="{798FD60A-5D70-98FD-8DF1-1E553F1355FA}"/>
          </ac:picMkLst>
        </pc:picChg>
        <pc:picChg chg="add mod">
          <ac:chgData name="Hayer Florian" userId="866d4ef7-f65d-4e61-9597-0542b71a7f4d" providerId="ADAL" clId="{731FFF11-6A53-5520-B035-B81EF8E0644C}" dt="2026-01-27T07:38:33.594" v="398" actId="1076"/>
          <ac:picMkLst>
            <pc:docMk/>
            <pc:sldMk cId="1666210458" sldId="258"/>
            <ac:picMk id="128" creationId="{F01094E4-7455-FCF1-69A5-68A53ECD91C8}"/>
          </ac:picMkLst>
        </pc:picChg>
        <pc:picChg chg="add del mod">
          <ac:chgData name="Hayer Florian" userId="866d4ef7-f65d-4e61-9597-0542b71a7f4d" providerId="ADAL" clId="{731FFF11-6A53-5520-B035-B81EF8E0644C}" dt="2026-01-27T07:23:20.996" v="202" actId="478"/>
          <ac:picMkLst>
            <pc:docMk/>
            <pc:sldMk cId="1666210458" sldId="258"/>
            <ac:picMk id="1026" creationId="{1395899F-D855-B907-2D6A-81B043DFF956}"/>
          </ac:picMkLst>
        </pc:picChg>
        <pc:picChg chg="add del mod">
          <ac:chgData name="Hayer Florian" userId="866d4ef7-f65d-4e61-9597-0542b71a7f4d" providerId="ADAL" clId="{731FFF11-6A53-5520-B035-B81EF8E0644C}" dt="2026-01-27T07:23:59.264" v="208" actId="478"/>
          <ac:picMkLst>
            <pc:docMk/>
            <pc:sldMk cId="1666210458" sldId="258"/>
            <ac:picMk id="1028" creationId="{51BD847E-C396-7546-FBA1-BFD71660F54A}"/>
          </ac:picMkLst>
        </pc:picChg>
        <pc:picChg chg="add mod">
          <ac:chgData name="Hayer Florian" userId="866d4ef7-f65d-4e61-9597-0542b71a7f4d" providerId="ADAL" clId="{731FFF11-6A53-5520-B035-B81EF8E0644C}" dt="2026-01-27T07:38:32.209" v="397" actId="1076"/>
          <ac:picMkLst>
            <pc:docMk/>
            <pc:sldMk cId="1666210458" sldId="258"/>
            <ac:picMk id="1030" creationId="{65A0169D-8273-518A-DFC5-3F34FB7D0F34}"/>
          </ac:picMkLst>
        </pc:picChg>
        <pc:inkChg chg="add del">
          <ac:chgData name="Hayer Florian" userId="866d4ef7-f65d-4e61-9597-0542b71a7f4d" providerId="ADAL" clId="{731FFF11-6A53-5520-B035-B81EF8E0644C}" dt="2026-01-27T07:15:34.626" v="4" actId="9405"/>
          <ac:inkMkLst>
            <pc:docMk/>
            <pc:sldMk cId="1666210458" sldId="258"/>
            <ac:inkMk id="2" creationId="{569A50B1-2DCC-3983-CEA9-2637012B1DE5}"/>
          </ac:inkMkLst>
        </pc:inkChg>
        <pc:inkChg chg="add del mod">
          <ac:chgData name="Hayer Florian" userId="866d4ef7-f65d-4e61-9597-0542b71a7f4d" providerId="ADAL" clId="{731FFF11-6A53-5520-B035-B81EF8E0644C}" dt="2026-01-27T07:15:57.797" v="34" actId="9405"/>
          <ac:inkMkLst>
            <pc:docMk/>
            <pc:sldMk cId="1666210458" sldId="258"/>
            <ac:inkMk id="3" creationId="{8FD7A035-30AA-9B93-135C-07C002313F0D}"/>
          </ac:inkMkLst>
        </pc:inkChg>
        <pc:inkChg chg="add del mod">
          <ac:chgData name="Hayer Florian" userId="866d4ef7-f65d-4e61-9597-0542b71a7f4d" providerId="ADAL" clId="{731FFF11-6A53-5520-B035-B81EF8E0644C}" dt="2026-01-27T07:15:41.543" v="9"/>
          <ac:inkMkLst>
            <pc:docMk/>
            <pc:sldMk cId="1666210458" sldId="258"/>
            <ac:inkMk id="4" creationId="{C81CBC9C-82E1-6A4A-A039-11C809D9F652}"/>
          </ac:inkMkLst>
        </pc:inkChg>
        <pc:inkChg chg="add del mod">
          <ac:chgData name="Hayer Florian" userId="866d4ef7-f65d-4e61-9597-0542b71a7f4d" providerId="ADAL" clId="{731FFF11-6A53-5520-B035-B81EF8E0644C}" dt="2026-01-27T07:15:56.449" v="33" actId="9405"/>
          <ac:inkMkLst>
            <pc:docMk/>
            <pc:sldMk cId="1666210458" sldId="258"/>
            <ac:inkMk id="7" creationId="{79970682-2EA0-BAC7-6E8C-F3B3853A047F}"/>
          </ac:inkMkLst>
        </pc:inkChg>
        <pc:inkChg chg="add del mod">
          <ac:chgData name="Hayer Florian" userId="866d4ef7-f65d-4e61-9597-0542b71a7f4d" providerId="ADAL" clId="{731FFF11-6A53-5520-B035-B81EF8E0644C}" dt="2026-01-27T07:15:56.290" v="32" actId="9405"/>
          <ac:inkMkLst>
            <pc:docMk/>
            <pc:sldMk cId="1666210458" sldId="258"/>
            <ac:inkMk id="8" creationId="{B546D7A3-8D95-CB57-6E01-1C21A1726A5A}"/>
          </ac:inkMkLst>
        </pc:inkChg>
        <pc:inkChg chg="add del mod">
          <ac:chgData name="Hayer Florian" userId="866d4ef7-f65d-4e61-9597-0542b71a7f4d" providerId="ADAL" clId="{731FFF11-6A53-5520-B035-B81EF8E0644C}" dt="2026-01-27T07:15:56.124" v="31" actId="9405"/>
          <ac:inkMkLst>
            <pc:docMk/>
            <pc:sldMk cId="1666210458" sldId="258"/>
            <ac:inkMk id="9" creationId="{CFB91219-04CC-4D6E-935B-4A95567E7175}"/>
          </ac:inkMkLst>
        </pc:inkChg>
        <pc:inkChg chg="add del mod">
          <ac:chgData name="Hayer Florian" userId="866d4ef7-f65d-4e61-9597-0542b71a7f4d" providerId="ADAL" clId="{731FFF11-6A53-5520-B035-B81EF8E0644C}" dt="2026-01-27T07:15:55.986" v="30" actId="9405"/>
          <ac:inkMkLst>
            <pc:docMk/>
            <pc:sldMk cId="1666210458" sldId="258"/>
            <ac:inkMk id="10" creationId="{C4674CBB-F176-849B-B78F-059D5AC8A7AA}"/>
          </ac:inkMkLst>
        </pc:inkChg>
        <pc:inkChg chg="add del mod">
          <ac:chgData name="Hayer Florian" userId="866d4ef7-f65d-4e61-9597-0542b71a7f4d" providerId="ADAL" clId="{731FFF11-6A53-5520-B035-B81EF8E0644C}" dt="2026-01-27T07:15:49.257" v="17"/>
          <ac:inkMkLst>
            <pc:docMk/>
            <pc:sldMk cId="1666210458" sldId="258"/>
            <ac:inkMk id="11" creationId="{88BB64F4-5B3F-ABB7-7BB8-70ED81AF935A}"/>
          </ac:inkMkLst>
        </pc:inkChg>
        <pc:inkChg chg="add del mod">
          <ac:chgData name="Hayer Florian" userId="866d4ef7-f65d-4e61-9597-0542b71a7f4d" providerId="ADAL" clId="{731FFF11-6A53-5520-B035-B81EF8E0644C}" dt="2026-01-27T07:15:55.825" v="29" actId="9405"/>
          <ac:inkMkLst>
            <pc:docMk/>
            <pc:sldMk cId="1666210458" sldId="258"/>
            <ac:inkMk id="14" creationId="{1DFB1425-D171-5E00-4C64-D22D29C007A9}"/>
          </ac:inkMkLst>
        </pc:inkChg>
        <pc:inkChg chg="add del mod">
          <ac:chgData name="Hayer Florian" userId="866d4ef7-f65d-4e61-9597-0542b71a7f4d" providerId="ADAL" clId="{731FFF11-6A53-5520-B035-B81EF8E0644C}" dt="2026-01-27T07:15:55.625" v="28" actId="9405"/>
          <ac:inkMkLst>
            <pc:docMk/>
            <pc:sldMk cId="1666210458" sldId="258"/>
            <ac:inkMk id="15" creationId="{39723112-0E16-88D4-A03D-C4A2D6F34180}"/>
          </ac:inkMkLst>
        </pc:inkChg>
        <pc:inkChg chg="add del mod">
          <ac:chgData name="Hayer Florian" userId="866d4ef7-f65d-4e61-9597-0542b71a7f4d" providerId="ADAL" clId="{731FFF11-6A53-5520-B035-B81EF8E0644C}" dt="2026-01-27T07:15:55.469" v="27"/>
          <ac:inkMkLst>
            <pc:docMk/>
            <pc:sldMk cId="1666210458" sldId="258"/>
            <ac:inkMk id="16" creationId="{DD5218F2-176E-11E9-2192-42432FA7BA78}"/>
          </ac:inkMkLst>
        </pc:inkChg>
        <pc:inkChg chg="add del">
          <ac:chgData name="Hayer Florian" userId="866d4ef7-f65d-4e61-9597-0542b71a7f4d" providerId="ADAL" clId="{731FFF11-6A53-5520-B035-B81EF8E0644C}" dt="2026-01-27T07:15:55.328" v="24" actId="9405"/>
          <ac:inkMkLst>
            <pc:docMk/>
            <pc:sldMk cId="1666210458" sldId="258"/>
            <ac:inkMk id="19" creationId="{5134C393-BBCB-3C85-D50D-EB10A8322182}"/>
          </ac:inkMkLst>
        </pc:inkChg>
        <pc:inkChg chg="add del mod">
          <ac:chgData name="Hayer Florian" userId="866d4ef7-f65d-4e61-9597-0542b71a7f4d" providerId="ADAL" clId="{731FFF11-6A53-5520-B035-B81EF8E0644C}" dt="2026-01-27T07:38:41.360" v="399" actId="478"/>
          <ac:inkMkLst>
            <pc:docMk/>
            <pc:sldMk cId="1666210458" sldId="258"/>
            <ac:inkMk id="23" creationId="{A93E12B7-177C-D80B-109F-87A8F3CC9059}"/>
          </ac:inkMkLst>
        </pc:inkChg>
        <pc:inkChg chg="add mod">
          <ac:chgData name="Hayer Florian" userId="866d4ef7-f65d-4e61-9597-0542b71a7f4d" providerId="ADAL" clId="{731FFF11-6A53-5520-B035-B81EF8E0644C}" dt="2026-01-27T07:39:20.762" v="439"/>
          <ac:inkMkLst>
            <pc:docMk/>
            <pc:sldMk cId="1666210458" sldId="258"/>
            <ac:inkMk id="24" creationId="{0DF00B21-2AB9-ABBE-76F0-512DEC20237D}"/>
          </ac:inkMkLst>
        </pc:inkChg>
        <pc:inkChg chg="add mod">
          <ac:chgData name="Hayer Florian" userId="866d4ef7-f65d-4e61-9597-0542b71a7f4d" providerId="ADAL" clId="{731FFF11-6A53-5520-B035-B81EF8E0644C}" dt="2026-01-27T07:39:20.762" v="439"/>
          <ac:inkMkLst>
            <pc:docMk/>
            <pc:sldMk cId="1666210458" sldId="258"/>
            <ac:inkMk id="25" creationId="{8C5B5E56-E822-AF6A-E46E-B708DB506B86}"/>
          </ac:inkMkLst>
        </pc:inkChg>
        <pc:inkChg chg="add del mod">
          <ac:chgData name="Hayer Florian" userId="866d4ef7-f65d-4e61-9597-0542b71a7f4d" providerId="ADAL" clId="{731FFF11-6A53-5520-B035-B81EF8E0644C}" dt="2026-01-27T07:17:41.042" v="61"/>
          <ac:inkMkLst>
            <pc:docMk/>
            <pc:sldMk cId="1666210458" sldId="258"/>
            <ac:inkMk id="26" creationId="{62F7892B-2579-1E61-AA11-DD65EB61434E}"/>
          </ac:inkMkLst>
        </pc:inkChg>
        <pc:inkChg chg="add del mod">
          <ac:chgData name="Hayer Florian" userId="866d4ef7-f65d-4e61-9597-0542b71a7f4d" providerId="ADAL" clId="{731FFF11-6A53-5520-B035-B81EF8E0644C}" dt="2026-01-27T07:17:40.893" v="59"/>
          <ac:inkMkLst>
            <pc:docMk/>
            <pc:sldMk cId="1666210458" sldId="258"/>
            <ac:inkMk id="29" creationId="{C35C0692-1152-06F8-AF8E-D2EA347C42E0}"/>
          </ac:inkMkLst>
        </pc:inkChg>
        <pc:inkChg chg="add mod">
          <ac:chgData name="Hayer Florian" userId="866d4ef7-f65d-4e61-9597-0542b71a7f4d" providerId="ADAL" clId="{731FFF11-6A53-5520-B035-B81EF8E0644C}" dt="2026-01-27T07:39:20.762" v="439"/>
          <ac:inkMkLst>
            <pc:docMk/>
            <pc:sldMk cId="1666210458" sldId="258"/>
            <ac:inkMk id="32" creationId="{9D94B8ED-0013-3518-DB5C-8E1D9DDA8E91}"/>
          </ac:inkMkLst>
        </pc:inkChg>
        <pc:inkChg chg="add del mod">
          <ac:chgData name="Hayer Florian" userId="866d4ef7-f65d-4e61-9597-0542b71a7f4d" providerId="ADAL" clId="{731FFF11-6A53-5520-B035-B81EF8E0644C}" dt="2026-01-27T07:38:42.665" v="400" actId="478"/>
          <ac:inkMkLst>
            <pc:docMk/>
            <pc:sldMk cId="1666210458" sldId="258"/>
            <ac:inkMk id="35" creationId="{17C44530-92A4-662C-E281-5B0E50A51D3A}"/>
          </ac:inkMkLst>
        </pc:inkChg>
        <pc:inkChg chg="add del mod">
          <ac:chgData name="Hayer Florian" userId="866d4ef7-f65d-4e61-9597-0542b71a7f4d" providerId="ADAL" clId="{731FFF11-6A53-5520-B035-B81EF8E0644C}" dt="2026-01-27T07:18:10.618" v="78" actId="9405"/>
          <ac:inkMkLst>
            <pc:docMk/>
            <pc:sldMk cId="1666210458" sldId="258"/>
            <ac:inkMk id="36" creationId="{95525000-BC15-9A22-DE20-AA73852B02BD}"/>
          </ac:inkMkLst>
        </pc:inkChg>
        <pc:inkChg chg="add del mod">
          <ac:chgData name="Hayer Florian" userId="866d4ef7-f65d-4e61-9597-0542b71a7f4d" providerId="ADAL" clId="{731FFF11-6A53-5520-B035-B81EF8E0644C}" dt="2026-01-27T07:18:10.227" v="77" actId="9405"/>
          <ac:inkMkLst>
            <pc:docMk/>
            <pc:sldMk cId="1666210458" sldId="258"/>
            <ac:inkMk id="37" creationId="{EF5D3CEF-7302-2697-2D1B-5474F51BCE8B}"/>
          </ac:inkMkLst>
        </pc:inkChg>
        <pc:inkChg chg="add del mod">
          <ac:chgData name="Hayer Florian" userId="866d4ef7-f65d-4e61-9597-0542b71a7f4d" providerId="ADAL" clId="{731FFF11-6A53-5520-B035-B81EF8E0644C}" dt="2026-01-27T07:18:09.196" v="76" actId="9405"/>
          <ac:inkMkLst>
            <pc:docMk/>
            <pc:sldMk cId="1666210458" sldId="258"/>
            <ac:inkMk id="38" creationId="{057E044E-BC86-79FA-6F8A-6B142DA5E105}"/>
          </ac:inkMkLst>
        </pc:inkChg>
        <pc:inkChg chg="add del">
          <ac:chgData name="Hayer Florian" userId="866d4ef7-f65d-4e61-9597-0542b71a7f4d" providerId="ADAL" clId="{731FFF11-6A53-5520-B035-B81EF8E0644C}" dt="2026-01-27T07:18:08.766" v="75" actId="9405"/>
          <ac:inkMkLst>
            <pc:docMk/>
            <pc:sldMk cId="1666210458" sldId="258"/>
            <ac:inkMk id="39" creationId="{AB48155B-39F1-D3F6-D780-A287513DFA5B}"/>
          </ac:inkMkLst>
        </pc:inkChg>
        <pc:inkChg chg="add del">
          <ac:chgData name="Hayer Florian" userId="866d4ef7-f65d-4e61-9597-0542b71a7f4d" providerId="ADAL" clId="{731FFF11-6A53-5520-B035-B81EF8E0644C}" dt="2026-01-27T07:18:08.269" v="74" actId="9405"/>
          <ac:inkMkLst>
            <pc:docMk/>
            <pc:sldMk cId="1666210458" sldId="258"/>
            <ac:inkMk id="40" creationId="{63CBDCEA-98A0-4F67-889F-5623EE456982}"/>
          </ac:inkMkLst>
        </pc:inkChg>
        <pc:inkChg chg="add del mod">
          <ac:chgData name="Hayer Florian" userId="866d4ef7-f65d-4e61-9597-0542b71a7f4d" providerId="ADAL" clId="{731FFF11-6A53-5520-B035-B81EF8E0644C}" dt="2026-01-27T07:18:07.892" v="73"/>
          <ac:inkMkLst>
            <pc:docMk/>
            <pc:sldMk cId="1666210458" sldId="258"/>
            <ac:inkMk id="41" creationId="{99763F8F-CECE-835C-BBE2-356B1D3A7238}"/>
          </ac:inkMkLst>
        </pc:inkChg>
        <pc:inkChg chg="add mod">
          <ac:chgData name="Hayer Florian" userId="866d4ef7-f65d-4e61-9597-0542b71a7f4d" providerId="ADAL" clId="{731FFF11-6A53-5520-B035-B81EF8E0644C}" dt="2026-01-27T07:18:37.954" v="113"/>
          <ac:inkMkLst>
            <pc:docMk/>
            <pc:sldMk cId="1666210458" sldId="258"/>
            <ac:inkMk id="44" creationId="{C36C7F9A-BDA1-365A-3C99-7F9082562A61}"/>
          </ac:inkMkLst>
        </pc:inkChg>
        <pc:inkChg chg="add mod">
          <ac:chgData name="Hayer Florian" userId="866d4ef7-f65d-4e61-9597-0542b71a7f4d" providerId="ADAL" clId="{731FFF11-6A53-5520-B035-B81EF8E0644C}" dt="2026-01-27T07:18:37.954" v="113"/>
          <ac:inkMkLst>
            <pc:docMk/>
            <pc:sldMk cId="1666210458" sldId="258"/>
            <ac:inkMk id="45" creationId="{226F7D5E-B9FD-56F4-5261-E40513EA4342}"/>
          </ac:inkMkLst>
        </pc:inkChg>
        <pc:inkChg chg="add mod">
          <ac:chgData name="Hayer Florian" userId="866d4ef7-f65d-4e61-9597-0542b71a7f4d" providerId="ADAL" clId="{731FFF11-6A53-5520-B035-B81EF8E0644C}" dt="2026-01-27T07:18:37.954" v="113"/>
          <ac:inkMkLst>
            <pc:docMk/>
            <pc:sldMk cId="1666210458" sldId="258"/>
            <ac:inkMk id="46" creationId="{3B5B7DD7-8836-0C4A-C34C-08B4F0CE1FED}"/>
          </ac:inkMkLst>
        </pc:inkChg>
        <pc:inkChg chg="add mod">
          <ac:chgData name="Hayer Florian" userId="866d4ef7-f65d-4e61-9597-0542b71a7f4d" providerId="ADAL" clId="{731FFF11-6A53-5520-B035-B81EF8E0644C}" dt="2026-01-27T07:18:37.954" v="113"/>
          <ac:inkMkLst>
            <pc:docMk/>
            <pc:sldMk cId="1666210458" sldId="258"/>
            <ac:inkMk id="49" creationId="{3089A0AB-AF79-4994-3E79-52B98E300EFE}"/>
          </ac:inkMkLst>
        </pc:inkChg>
        <pc:inkChg chg="add del mod">
          <ac:chgData name="Hayer Florian" userId="866d4ef7-f65d-4e61-9597-0542b71a7f4d" providerId="ADAL" clId="{731FFF11-6A53-5520-B035-B81EF8E0644C}" dt="2026-01-27T07:18:28.833" v="104"/>
          <ac:inkMkLst>
            <pc:docMk/>
            <pc:sldMk cId="1666210458" sldId="258"/>
            <ac:inkMk id="52" creationId="{15AFDD17-600A-1747-3916-9B9101D9A454}"/>
          </ac:inkMkLst>
        </pc:inkChg>
        <pc:inkChg chg="add del mod">
          <ac:chgData name="Hayer Florian" userId="866d4ef7-f65d-4e61-9597-0542b71a7f4d" providerId="ADAL" clId="{731FFF11-6A53-5520-B035-B81EF8E0644C}" dt="2026-01-27T07:18:28.566" v="102" actId="9405"/>
          <ac:inkMkLst>
            <pc:docMk/>
            <pc:sldMk cId="1666210458" sldId="258"/>
            <ac:inkMk id="55" creationId="{B187E852-4521-8C97-63D5-FC6E13E8B8BE}"/>
          </ac:inkMkLst>
        </pc:inkChg>
        <pc:inkChg chg="add del mod">
          <ac:chgData name="Hayer Florian" userId="866d4ef7-f65d-4e61-9597-0542b71a7f4d" providerId="ADAL" clId="{731FFF11-6A53-5520-B035-B81EF8E0644C}" dt="2026-01-27T07:18:28.303" v="101"/>
          <ac:inkMkLst>
            <pc:docMk/>
            <pc:sldMk cId="1666210458" sldId="258"/>
            <ac:inkMk id="56" creationId="{4FC463CB-9486-98E8-00DA-5A67C0469A08}"/>
          </ac:inkMkLst>
        </pc:inkChg>
        <pc:inkChg chg="add del mod">
          <ac:chgData name="Hayer Florian" userId="866d4ef7-f65d-4e61-9597-0542b71a7f4d" providerId="ADAL" clId="{731FFF11-6A53-5520-B035-B81EF8E0644C}" dt="2026-01-27T07:18:28.070" v="99"/>
          <ac:inkMkLst>
            <pc:docMk/>
            <pc:sldMk cId="1666210458" sldId="258"/>
            <ac:inkMk id="59" creationId="{3A526141-E63B-E3A0-5780-9A1C18946584}"/>
          </ac:inkMkLst>
        </pc:inkChg>
        <pc:inkChg chg="add del">
          <ac:chgData name="Hayer Florian" userId="866d4ef7-f65d-4e61-9597-0542b71a7f4d" providerId="ADAL" clId="{731FFF11-6A53-5520-B035-B81EF8E0644C}" dt="2026-01-27T07:18:27.794" v="97" actId="9405"/>
          <ac:inkMkLst>
            <pc:docMk/>
            <pc:sldMk cId="1666210458" sldId="258"/>
            <ac:inkMk id="62" creationId="{4667D993-868C-16A4-6962-AE8D390B1754}"/>
          </ac:inkMkLst>
        </pc:inkChg>
        <pc:inkChg chg="add del">
          <ac:chgData name="Hayer Florian" userId="866d4ef7-f65d-4e61-9597-0542b71a7f4d" providerId="ADAL" clId="{731FFF11-6A53-5520-B035-B81EF8E0644C}" dt="2026-01-27T07:18:27.582" v="95" actId="9405"/>
          <ac:inkMkLst>
            <pc:docMk/>
            <pc:sldMk cId="1666210458" sldId="258"/>
            <ac:inkMk id="63" creationId="{35C9D694-4468-95B2-C3BF-22A73986A3B8}"/>
          </ac:inkMkLst>
        </pc:inkChg>
        <pc:inkChg chg="add del mod">
          <ac:chgData name="Hayer Florian" userId="866d4ef7-f65d-4e61-9597-0542b71a7f4d" providerId="ADAL" clId="{731FFF11-6A53-5520-B035-B81EF8E0644C}" dt="2026-01-27T07:18:32.130" v="108"/>
          <ac:inkMkLst>
            <pc:docMk/>
            <pc:sldMk cId="1666210458" sldId="258"/>
            <ac:inkMk id="66" creationId="{A2DF5573-F304-1C62-EA2B-92384DC063E1}"/>
          </ac:inkMkLst>
        </pc:inkChg>
        <pc:inkChg chg="add mod">
          <ac:chgData name="Hayer Florian" userId="866d4ef7-f65d-4e61-9597-0542b71a7f4d" providerId="ADAL" clId="{731FFF11-6A53-5520-B035-B81EF8E0644C}" dt="2026-01-27T07:18:37.954" v="113"/>
          <ac:inkMkLst>
            <pc:docMk/>
            <pc:sldMk cId="1666210458" sldId="258"/>
            <ac:inkMk id="69" creationId="{30022A59-7FCB-13DC-8F7E-EC6C623D476B}"/>
          </ac:inkMkLst>
        </pc:inkChg>
        <pc:inkChg chg="add mod">
          <ac:chgData name="Hayer Florian" userId="866d4ef7-f65d-4e61-9597-0542b71a7f4d" providerId="ADAL" clId="{731FFF11-6A53-5520-B035-B81EF8E0644C}" dt="2026-01-27T07:18:37.954" v="113"/>
          <ac:inkMkLst>
            <pc:docMk/>
            <pc:sldMk cId="1666210458" sldId="258"/>
            <ac:inkMk id="72" creationId="{C741CA22-7527-0174-BADC-7F78F84876EA}"/>
          </ac:inkMkLst>
        </pc:inkChg>
        <pc:inkChg chg="add mod">
          <ac:chgData name="Hayer Florian" userId="866d4ef7-f65d-4e61-9597-0542b71a7f4d" providerId="ADAL" clId="{731FFF11-6A53-5520-B035-B81EF8E0644C}" dt="2026-01-27T07:18:37.954" v="113"/>
          <ac:inkMkLst>
            <pc:docMk/>
            <pc:sldMk cId="1666210458" sldId="258"/>
            <ac:inkMk id="73" creationId="{04C9C5B9-5DE4-D087-056F-8B6B97B2B38F}"/>
          </ac:inkMkLst>
        </pc:inkChg>
        <pc:inkChg chg="add del">
          <ac:chgData name="Hayer Florian" userId="866d4ef7-f65d-4e61-9597-0542b71a7f4d" providerId="ADAL" clId="{731FFF11-6A53-5520-B035-B81EF8E0644C}" dt="2026-01-27T07:19:49.778" v="131" actId="9405"/>
          <ac:inkMkLst>
            <pc:docMk/>
            <pc:sldMk cId="1666210458" sldId="258"/>
            <ac:inkMk id="80" creationId="{BCBF981F-6B01-81BB-FCD3-1F4F92162586}"/>
          </ac:inkMkLst>
        </pc:inkChg>
        <pc:inkChg chg="add">
          <ac:chgData name="Hayer Florian" userId="866d4ef7-f65d-4e61-9597-0542b71a7f4d" providerId="ADAL" clId="{731FFF11-6A53-5520-B035-B81EF8E0644C}" dt="2026-01-27T07:19:53.878" v="132" actId="9405"/>
          <ac:inkMkLst>
            <pc:docMk/>
            <pc:sldMk cId="1666210458" sldId="258"/>
            <ac:inkMk id="81" creationId="{62ED1FAF-2869-1F14-5F0A-B672D3C5F863}"/>
          </ac:inkMkLst>
        </pc:inkChg>
        <pc:inkChg chg="add del mod">
          <ac:chgData name="Hayer Florian" userId="866d4ef7-f65d-4e61-9597-0542b71a7f4d" providerId="ADAL" clId="{731FFF11-6A53-5520-B035-B81EF8E0644C}" dt="2026-01-27T07:20:02.053" v="144" actId="9405"/>
          <ac:inkMkLst>
            <pc:docMk/>
            <pc:sldMk cId="1666210458" sldId="258"/>
            <ac:inkMk id="82" creationId="{BE7E3283-E298-D9F4-6C52-42A9470CBC9B}"/>
          </ac:inkMkLst>
        </pc:inkChg>
        <pc:inkChg chg="add del mod">
          <ac:chgData name="Hayer Florian" userId="866d4ef7-f65d-4e61-9597-0542b71a7f4d" providerId="ADAL" clId="{731FFF11-6A53-5520-B035-B81EF8E0644C}" dt="2026-01-27T07:20:01.877" v="143" actId="9405"/>
          <ac:inkMkLst>
            <pc:docMk/>
            <pc:sldMk cId="1666210458" sldId="258"/>
            <ac:inkMk id="83" creationId="{BC3592AE-81E2-8BA0-AAE2-943E7CAE6B0A}"/>
          </ac:inkMkLst>
        </pc:inkChg>
        <pc:inkChg chg="add del mod">
          <ac:chgData name="Hayer Florian" userId="866d4ef7-f65d-4e61-9597-0542b71a7f4d" providerId="ADAL" clId="{731FFF11-6A53-5520-B035-B81EF8E0644C}" dt="2026-01-27T07:20:01.419" v="142"/>
          <ac:inkMkLst>
            <pc:docMk/>
            <pc:sldMk cId="1666210458" sldId="258"/>
            <ac:inkMk id="84" creationId="{4A137FB0-0ABE-A9E2-A242-AD0C316C2CCF}"/>
          </ac:inkMkLst>
        </pc:inkChg>
        <pc:inkChg chg="add del mod">
          <ac:chgData name="Hayer Florian" userId="866d4ef7-f65d-4e61-9597-0542b71a7f4d" providerId="ADAL" clId="{731FFF11-6A53-5520-B035-B81EF8E0644C}" dt="2026-01-27T07:20:01.281" v="140"/>
          <ac:inkMkLst>
            <pc:docMk/>
            <pc:sldMk cId="1666210458" sldId="258"/>
            <ac:inkMk id="87" creationId="{60165C8A-161D-E762-92C5-A3E13E975A68}"/>
          </ac:inkMkLst>
        </pc:inkChg>
        <pc:inkChg chg="add">
          <ac:chgData name="Hayer Florian" userId="866d4ef7-f65d-4e61-9597-0542b71a7f4d" providerId="ADAL" clId="{731FFF11-6A53-5520-B035-B81EF8E0644C}" dt="2026-01-27T07:20:04.354" v="145" actId="9405"/>
          <ac:inkMkLst>
            <pc:docMk/>
            <pc:sldMk cId="1666210458" sldId="258"/>
            <ac:inkMk id="90" creationId="{0266F723-2273-D654-5ABE-E25DCA81DE69}"/>
          </ac:inkMkLst>
        </pc:inkChg>
        <pc:inkChg chg="add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1" creationId="{CA0F6732-4B7E-A709-EF83-1EA63A202130}"/>
          </ac:inkMkLst>
        </pc:inkChg>
        <pc:inkChg chg="add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2" creationId="{00828DCE-660C-CCED-D7A3-3533D0EDC635}"/>
          </ac:inkMkLst>
        </pc:inkChg>
        <pc:inkChg chg="add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3" creationId="{C25059D0-2A11-BFB7-BDA4-4A48EE263F04}"/>
          </ac:inkMkLst>
        </pc:inkChg>
        <pc:inkChg chg="add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4" creationId="{81A98502-F31F-5B53-460D-2584CFBE7F34}"/>
          </ac:inkMkLst>
        </pc:inkChg>
        <pc:inkChg chg="add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5" creationId="{5719E9D1-0D3B-D393-14B2-F5561CBC7198}"/>
          </ac:inkMkLst>
        </pc:inkChg>
        <pc:inkChg chg="add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6" creationId="{98484805-1288-ECB1-34A0-789EA6769E81}"/>
          </ac:inkMkLst>
        </pc:inkChg>
        <pc:inkChg chg="add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7" creationId="{10C93463-0503-48EF-A682-1E61C743EA28}"/>
          </ac:inkMkLst>
        </pc:inkChg>
        <pc:inkChg chg="add del mod">
          <ac:chgData name="Hayer Florian" userId="866d4ef7-f65d-4e61-9597-0542b71a7f4d" providerId="ADAL" clId="{731FFF11-6A53-5520-B035-B81EF8E0644C}" dt="2026-01-27T07:20:26.580" v="160"/>
          <ac:inkMkLst>
            <pc:docMk/>
            <pc:sldMk cId="1666210458" sldId="258"/>
            <ac:inkMk id="98" creationId="{58C42EDF-6527-C00C-D7E3-16E0AEC7735B}"/>
          </ac:inkMkLst>
        </pc:inkChg>
        <pc:inkChg chg="add del">
          <ac:chgData name="Hayer Florian" userId="866d4ef7-f65d-4e61-9597-0542b71a7f4d" providerId="ADAL" clId="{731FFF11-6A53-5520-B035-B81EF8E0644C}" dt="2026-01-27T07:20:26.447" v="157" actId="9405"/>
          <ac:inkMkLst>
            <pc:docMk/>
            <pc:sldMk cId="1666210458" sldId="258"/>
            <ac:inkMk id="101" creationId="{DDA6DFC2-8FE4-F6F1-A083-CA8AEDE81B34}"/>
          </ac:inkMkLst>
        </pc:inkChg>
        <pc:inkChg chg="add mod">
          <ac:chgData name="Hayer Florian" userId="866d4ef7-f65d-4e61-9597-0542b71a7f4d" providerId="ADAL" clId="{731FFF11-6A53-5520-B035-B81EF8E0644C}" dt="2026-01-27T07:20:36.991" v="164"/>
          <ac:inkMkLst>
            <pc:docMk/>
            <pc:sldMk cId="1666210458" sldId="258"/>
            <ac:inkMk id="104" creationId="{AF09E127-53B9-245E-1EB4-9FAD20F65108}"/>
          </ac:inkMkLst>
        </pc:inkChg>
        <pc:inkChg chg="add mod">
          <ac:chgData name="Hayer Florian" userId="866d4ef7-f65d-4e61-9597-0542b71a7f4d" providerId="ADAL" clId="{731FFF11-6A53-5520-B035-B81EF8E0644C}" dt="2026-01-27T07:20:36.991" v="164"/>
          <ac:inkMkLst>
            <pc:docMk/>
            <pc:sldMk cId="1666210458" sldId="258"/>
            <ac:inkMk id="105" creationId="{BA8EC8A7-202A-53EE-CD86-70854F0F491B}"/>
          </ac:inkMkLst>
        </pc:inkChg>
        <pc:inkChg chg="add mod">
          <ac:chgData name="Hayer Florian" userId="866d4ef7-f65d-4e61-9597-0542b71a7f4d" providerId="ADAL" clId="{731FFF11-6A53-5520-B035-B81EF8E0644C}" dt="2026-01-27T07:20:36.991" v="164"/>
          <ac:inkMkLst>
            <pc:docMk/>
            <pc:sldMk cId="1666210458" sldId="258"/>
            <ac:inkMk id="106" creationId="{A6C9A09F-A7CD-B1D7-D321-152DFA2AAE63}"/>
          </ac:inkMkLst>
        </pc:inkChg>
        <pc:inkChg chg="add del mod">
          <ac:chgData name="Hayer Florian" userId="866d4ef7-f65d-4e61-9597-0542b71a7f4d" providerId="ADAL" clId="{731FFF11-6A53-5520-B035-B81EF8E0644C}" dt="2026-01-27T07:22:10.585" v="191" actId="1076"/>
          <ac:inkMkLst>
            <pc:docMk/>
            <pc:sldMk cId="1666210458" sldId="258"/>
            <ac:inkMk id="109" creationId="{5B081E15-5BA6-70EB-1081-4992E5EB59C4}"/>
          </ac:inkMkLst>
        </pc:inkChg>
        <pc:inkChg chg="add">
          <ac:chgData name="Hayer Florian" userId="866d4ef7-f65d-4e61-9597-0542b71a7f4d" providerId="ADAL" clId="{731FFF11-6A53-5520-B035-B81EF8E0644C}" dt="2026-01-27T07:20:46.106" v="166" actId="9405"/>
          <ac:inkMkLst>
            <pc:docMk/>
            <pc:sldMk cId="1666210458" sldId="258"/>
            <ac:inkMk id="110" creationId="{D41BA41F-78E8-7AB9-069B-D226A873CC17}"/>
          </ac:inkMkLst>
        </pc:inkChg>
        <pc:inkChg chg="add">
          <ac:chgData name="Hayer Florian" userId="866d4ef7-f65d-4e61-9597-0542b71a7f4d" providerId="ADAL" clId="{731FFF11-6A53-5520-B035-B81EF8E0644C}" dt="2026-01-27T07:20:46.877" v="167" actId="9405"/>
          <ac:inkMkLst>
            <pc:docMk/>
            <pc:sldMk cId="1666210458" sldId="258"/>
            <ac:inkMk id="111" creationId="{2AB6F74A-5AD7-520E-A296-6E26238EAB39}"/>
          </ac:inkMkLst>
        </pc:inkChg>
        <pc:inkChg chg="add">
          <ac:chgData name="Hayer Florian" userId="866d4ef7-f65d-4e61-9597-0542b71a7f4d" providerId="ADAL" clId="{731FFF11-6A53-5520-B035-B81EF8E0644C}" dt="2026-01-27T07:20:46.931" v="168" actId="9405"/>
          <ac:inkMkLst>
            <pc:docMk/>
            <pc:sldMk cId="1666210458" sldId="258"/>
            <ac:inkMk id="112" creationId="{539C92A3-434C-889A-992D-42A7A42E17C9}"/>
          </ac:inkMkLst>
        </pc:inkChg>
        <pc:inkChg chg="add">
          <ac:chgData name="Hayer Florian" userId="866d4ef7-f65d-4e61-9597-0542b71a7f4d" providerId="ADAL" clId="{731FFF11-6A53-5520-B035-B81EF8E0644C}" dt="2026-01-27T07:20:47.464" v="169" actId="9405"/>
          <ac:inkMkLst>
            <pc:docMk/>
            <pc:sldMk cId="1666210458" sldId="258"/>
            <ac:inkMk id="113" creationId="{D68BD456-D12B-84AE-0CD4-AA2B92CA6C8B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14" creationId="{859BD01C-050B-FB60-2A0D-AD62C9BEB684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15" creationId="{A406C5AF-9791-7301-E493-CD5FDED10205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16" creationId="{D4BF3DA7-5173-8F8D-EEB4-D86ABAD57DFF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17" creationId="{2636F2CF-7E4E-4FEA-414D-D8C6BAF7B8FE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18" creationId="{AD8B394F-C7EB-BB70-E962-7DC83FC0C93A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19" creationId="{BD4B25F0-30E6-8331-F701-79B0B312CB75}"/>
          </ac:inkMkLst>
        </pc:inkChg>
        <pc:inkChg chg="add">
          <ac:chgData name="Hayer Florian" userId="866d4ef7-f65d-4e61-9597-0542b71a7f4d" providerId="ADAL" clId="{731FFF11-6A53-5520-B035-B81EF8E0644C}" dt="2026-01-27T07:20:57.644" v="176" actId="9405"/>
          <ac:inkMkLst>
            <pc:docMk/>
            <pc:sldMk cId="1666210458" sldId="258"/>
            <ac:inkMk id="120" creationId="{6A6F629C-3B86-C479-63CE-5957A778CEA4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21" creationId="{20CFFDAF-C740-B991-6341-6F50C5F26AEA}"/>
          </ac:inkMkLst>
        </pc:inkChg>
        <pc:inkChg chg="add mod">
          <ac:chgData name="Hayer Florian" userId="866d4ef7-f65d-4e61-9597-0542b71a7f4d" providerId="ADAL" clId="{731FFF11-6A53-5520-B035-B81EF8E0644C}" dt="2026-01-27T07:21:03.112" v="179"/>
          <ac:inkMkLst>
            <pc:docMk/>
            <pc:sldMk cId="1666210458" sldId="258"/>
            <ac:inkMk id="122" creationId="{7745EA82-DFAD-10B7-00BC-85667ED06801}"/>
          </ac:inkMkLst>
        </pc:inkChg>
        <pc:inkChg chg="add del">
          <ac:chgData name="Hayer Florian" userId="866d4ef7-f65d-4e61-9597-0542b71a7f4d" providerId="ADAL" clId="{731FFF11-6A53-5520-B035-B81EF8E0644C}" dt="2026-01-27T07:38:51.071" v="402" actId="9405"/>
          <ac:inkMkLst>
            <pc:docMk/>
            <pc:sldMk cId="1666210458" sldId="258"/>
            <ac:inkMk id="129" creationId="{0A4106CA-1DB5-852F-7224-E17B2908F373}"/>
          </ac:inkMkLst>
        </pc:inkChg>
        <pc:inkChg chg="add del">
          <ac:chgData name="Hayer Florian" userId="866d4ef7-f65d-4e61-9597-0542b71a7f4d" providerId="ADAL" clId="{731FFF11-6A53-5520-B035-B81EF8E0644C}" dt="2026-01-27T07:38:54.182" v="404" actId="9405"/>
          <ac:inkMkLst>
            <pc:docMk/>
            <pc:sldMk cId="1666210458" sldId="258"/>
            <ac:inkMk id="130" creationId="{FFD6C681-5CDC-A601-F8D9-957B75C178E2}"/>
          </ac:inkMkLst>
        </pc:inkChg>
        <pc:inkChg chg="add del">
          <ac:chgData name="Hayer Florian" userId="866d4ef7-f65d-4e61-9597-0542b71a7f4d" providerId="ADAL" clId="{731FFF11-6A53-5520-B035-B81EF8E0644C}" dt="2026-01-27T07:39:03.626" v="416" actId="9405"/>
          <ac:inkMkLst>
            <pc:docMk/>
            <pc:sldMk cId="1666210458" sldId="258"/>
            <ac:inkMk id="131" creationId="{98A940D8-E7DE-BE5B-671D-35DB49560805}"/>
          </ac:inkMkLst>
        </pc:inkChg>
        <pc:inkChg chg="add del">
          <ac:chgData name="Hayer Florian" userId="866d4ef7-f65d-4e61-9597-0542b71a7f4d" providerId="ADAL" clId="{731FFF11-6A53-5520-B035-B81EF8E0644C}" dt="2026-01-27T07:38:57.136" v="407" actId="9405"/>
          <ac:inkMkLst>
            <pc:docMk/>
            <pc:sldMk cId="1666210458" sldId="258"/>
            <ac:inkMk id="132" creationId="{6F742562-B53D-AB32-BF63-127A6BC27A5C}"/>
          </ac:inkMkLst>
        </pc:inkChg>
        <pc:inkChg chg="add del mod">
          <ac:chgData name="Hayer Florian" userId="866d4ef7-f65d-4e61-9597-0542b71a7f4d" providerId="ADAL" clId="{731FFF11-6A53-5520-B035-B81EF8E0644C}" dt="2026-01-27T07:39:03.238" v="415" actId="9405"/>
          <ac:inkMkLst>
            <pc:docMk/>
            <pc:sldMk cId="1666210458" sldId="258"/>
            <ac:inkMk id="133" creationId="{638C219B-DB1D-D55B-CD7D-DDF74919360B}"/>
          </ac:inkMkLst>
        </pc:inkChg>
        <pc:inkChg chg="add del mod">
          <ac:chgData name="Hayer Florian" userId="866d4ef7-f65d-4e61-9597-0542b71a7f4d" providerId="ADAL" clId="{731FFF11-6A53-5520-B035-B81EF8E0644C}" dt="2026-01-27T07:39:02.746" v="414" actId="9405"/>
          <ac:inkMkLst>
            <pc:docMk/>
            <pc:sldMk cId="1666210458" sldId="258"/>
            <ac:inkMk id="134" creationId="{142D92CF-6B21-0AF4-7FD6-2A8CAC062C48}"/>
          </ac:inkMkLst>
        </pc:inkChg>
        <pc:inkChg chg="add del mod">
          <ac:chgData name="Hayer Florian" userId="866d4ef7-f65d-4e61-9597-0542b71a7f4d" providerId="ADAL" clId="{731FFF11-6A53-5520-B035-B81EF8E0644C}" dt="2026-01-27T07:39:02.150" v="413"/>
          <ac:inkMkLst>
            <pc:docMk/>
            <pc:sldMk cId="1666210458" sldId="258"/>
            <ac:inkMk id="135" creationId="{D9FB1113-FA97-1EA4-6F7E-5FADC396B500}"/>
          </ac:inkMkLst>
        </pc:inkChg>
        <pc:inkChg chg="add del mod">
          <ac:chgData name="Hayer Florian" userId="866d4ef7-f65d-4e61-9597-0542b71a7f4d" providerId="ADAL" clId="{731FFF11-6A53-5520-B035-B81EF8E0644C}" dt="2026-01-27T07:39:21.280" v="442" actId="9405"/>
          <ac:inkMkLst>
            <pc:docMk/>
            <pc:sldMk cId="1666210458" sldId="258"/>
            <ac:inkMk id="138" creationId="{951AFA8D-75DF-47DD-4A77-9AB5691CBB94}"/>
          </ac:inkMkLst>
        </pc:inkChg>
        <pc:inkChg chg="add del mod">
          <ac:chgData name="Hayer Florian" userId="866d4ef7-f65d-4e61-9597-0542b71a7f4d" providerId="ADAL" clId="{731FFF11-6A53-5520-B035-B81EF8E0644C}" dt="2026-01-27T07:39:21.027" v="441"/>
          <ac:inkMkLst>
            <pc:docMk/>
            <pc:sldMk cId="1666210458" sldId="258"/>
            <ac:inkMk id="139" creationId="{AB444F1B-22AC-7867-51B6-515FBBB9C7F3}"/>
          </ac:inkMkLst>
        </pc:inkChg>
        <pc:inkChg chg="add del mod">
          <ac:chgData name="Hayer Florian" userId="866d4ef7-f65d-4e61-9597-0542b71a7f4d" providerId="ADAL" clId="{731FFF11-6A53-5520-B035-B81EF8E0644C}" dt="2026-01-27T07:39:20.762" v="439"/>
          <ac:inkMkLst>
            <pc:docMk/>
            <pc:sldMk cId="1666210458" sldId="258"/>
            <ac:inkMk id="142" creationId="{2F5A1454-294C-A6DA-DCED-8E471B2ABEA8}"/>
          </ac:inkMkLst>
        </pc:inkChg>
        <pc:inkChg chg="add del mod">
          <ac:chgData name="Hayer Florian" userId="866d4ef7-f65d-4e61-9597-0542b71a7f4d" providerId="ADAL" clId="{731FFF11-6A53-5520-B035-B81EF8E0644C}" dt="2026-01-27T07:39:09.154" v="425"/>
          <ac:inkMkLst>
            <pc:docMk/>
            <pc:sldMk cId="1666210458" sldId="258"/>
            <ac:inkMk id="145" creationId="{BA0389B4-641A-AE02-45C3-7EC777BA2949}"/>
          </ac:inkMkLst>
        </pc:inkChg>
        <pc:inkChg chg="add del mod">
          <ac:chgData name="Hayer Florian" userId="866d4ef7-f65d-4e61-9597-0542b71a7f4d" providerId="ADAL" clId="{731FFF11-6A53-5520-B035-B81EF8E0644C}" dt="2026-01-27T07:39:20.596" v="437"/>
          <ac:inkMkLst>
            <pc:docMk/>
            <pc:sldMk cId="1666210458" sldId="258"/>
            <ac:inkMk id="148" creationId="{AAF2AB8D-C679-3E75-11DD-D3A6B4DEDF82}"/>
          </ac:inkMkLst>
        </pc:inkChg>
        <pc:inkChg chg="add del">
          <ac:chgData name="Hayer Florian" userId="866d4ef7-f65d-4e61-9597-0542b71a7f4d" providerId="ADAL" clId="{731FFF11-6A53-5520-B035-B81EF8E0644C}" dt="2026-01-27T07:39:15.196" v="429" actId="9405"/>
          <ac:inkMkLst>
            <pc:docMk/>
            <pc:sldMk cId="1666210458" sldId="258"/>
            <ac:inkMk id="151" creationId="{802B5AF3-0E4A-ABDA-91FF-D2AFB8C043E3}"/>
          </ac:inkMkLst>
        </pc:inkChg>
        <pc:inkChg chg="add del mod">
          <ac:chgData name="Hayer Florian" userId="866d4ef7-f65d-4e61-9597-0542b71a7f4d" providerId="ADAL" clId="{731FFF11-6A53-5520-B035-B81EF8E0644C}" dt="2026-01-27T07:39:20.427" v="435" actId="9405"/>
          <ac:inkMkLst>
            <pc:docMk/>
            <pc:sldMk cId="1666210458" sldId="258"/>
            <ac:inkMk id="152" creationId="{9B20B902-7FE9-016F-0691-D359BB70DE8C}"/>
          </ac:inkMkLst>
        </pc:inkChg>
        <pc:inkChg chg="add del mod">
          <ac:chgData name="Hayer Florian" userId="866d4ef7-f65d-4e61-9597-0542b71a7f4d" providerId="ADAL" clId="{731FFF11-6A53-5520-B035-B81EF8E0644C}" dt="2026-01-27T07:39:20.297" v="434"/>
          <ac:inkMkLst>
            <pc:docMk/>
            <pc:sldMk cId="1666210458" sldId="258"/>
            <ac:inkMk id="153" creationId="{45B140A0-CFE4-F50E-DABD-4D2552610046}"/>
          </ac:inkMkLst>
        </pc:inkChg>
        <pc:inkChg chg="add mod">
          <ac:chgData name="Hayer Florian" userId="866d4ef7-f65d-4e61-9597-0542b71a7f4d" providerId="ADAL" clId="{731FFF11-6A53-5520-B035-B81EF8E0644C}" dt="2026-01-27T07:39:31.813" v="447"/>
          <ac:inkMkLst>
            <pc:docMk/>
            <pc:sldMk cId="1666210458" sldId="258"/>
            <ac:inkMk id="156" creationId="{3EDA205D-A24C-7D52-69D7-CAAD852301E7}"/>
          </ac:inkMkLst>
        </pc:inkChg>
        <pc:inkChg chg="add mod">
          <ac:chgData name="Hayer Florian" userId="866d4ef7-f65d-4e61-9597-0542b71a7f4d" providerId="ADAL" clId="{731FFF11-6A53-5520-B035-B81EF8E0644C}" dt="2026-01-27T07:39:31.813" v="447"/>
          <ac:inkMkLst>
            <pc:docMk/>
            <pc:sldMk cId="1666210458" sldId="258"/>
            <ac:inkMk id="157" creationId="{EE66DBF7-4AC0-0C21-44AB-6DCA49BC0FC9}"/>
          </ac:inkMkLst>
        </pc:inkChg>
        <pc:inkChg chg="add mod">
          <ac:chgData name="Hayer Florian" userId="866d4ef7-f65d-4e61-9597-0542b71a7f4d" providerId="ADAL" clId="{731FFF11-6A53-5520-B035-B81EF8E0644C}" dt="2026-01-27T07:39:31.813" v="447"/>
          <ac:inkMkLst>
            <pc:docMk/>
            <pc:sldMk cId="1666210458" sldId="258"/>
            <ac:inkMk id="158" creationId="{E6A81457-5D9C-04F3-B0F1-E33CDC923934}"/>
          </ac:inkMkLst>
        </pc:inkChg>
        <pc:inkChg chg="add mod">
          <ac:chgData name="Hayer Florian" userId="866d4ef7-f65d-4e61-9597-0542b71a7f4d" providerId="ADAL" clId="{731FFF11-6A53-5520-B035-B81EF8E0644C}" dt="2026-01-27T07:39:31.813" v="447"/>
          <ac:inkMkLst>
            <pc:docMk/>
            <pc:sldMk cId="1666210458" sldId="258"/>
            <ac:inkMk id="159" creationId="{F08FDF23-3DE1-749F-2CD1-A1EDBD1F348D}"/>
          </ac:inkMkLst>
        </pc:inkChg>
        <pc:inkChg chg="add mod">
          <ac:chgData name="Hayer Florian" userId="866d4ef7-f65d-4e61-9597-0542b71a7f4d" providerId="ADAL" clId="{731FFF11-6A53-5520-B035-B81EF8E0644C}" dt="2026-01-27T07:41:20.353" v="477"/>
          <ac:inkMkLst>
            <pc:docMk/>
            <pc:sldMk cId="1666210458" sldId="258"/>
            <ac:inkMk id="164" creationId="{F08E1EF5-2D3F-A650-DE2F-D6DF15E51F45}"/>
          </ac:inkMkLst>
        </pc:inkChg>
        <pc:inkChg chg="add mod">
          <ac:chgData name="Hayer Florian" userId="866d4ef7-f65d-4e61-9597-0542b71a7f4d" providerId="ADAL" clId="{731FFF11-6A53-5520-B035-B81EF8E0644C}" dt="2026-01-27T07:41:14.904" v="473"/>
          <ac:inkMkLst>
            <pc:docMk/>
            <pc:sldMk cId="1666210458" sldId="258"/>
            <ac:inkMk id="165" creationId="{AA9DD760-15C9-D297-C79E-712D1E249DA8}"/>
          </ac:inkMkLst>
        </pc:inkChg>
        <pc:inkChg chg="add mod">
          <ac:chgData name="Hayer Florian" userId="866d4ef7-f65d-4e61-9597-0542b71a7f4d" providerId="ADAL" clId="{731FFF11-6A53-5520-B035-B81EF8E0644C}" dt="2026-01-27T07:41:20.353" v="477"/>
          <ac:inkMkLst>
            <pc:docMk/>
            <pc:sldMk cId="1666210458" sldId="258"/>
            <ac:inkMk id="168" creationId="{E07E9193-BAE9-5435-8EC8-32ED64F27AF6}"/>
          </ac:inkMkLst>
        </pc:inkChg>
        <pc:inkChg chg="add del">
          <ac:chgData name="Hayer Florian" userId="866d4ef7-f65d-4e61-9597-0542b71a7f4d" providerId="ADAL" clId="{731FFF11-6A53-5520-B035-B81EF8E0644C}" dt="2026-01-27T07:39:48.735" v="454" actId="9405"/>
          <ac:inkMkLst>
            <pc:docMk/>
            <pc:sldMk cId="1666210458" sldId="258"/>
            <ac:inkMk id="171" creationId="{9CEC72B1-97AB-04AF-6765-E3DDADB00FB9}"/>
          </ac:inkMkLst>
        </pc:inkChg>
        <pc:inkChg chg="add del">
          <ac:chgData name="Hayer Florian" userId="866d4ef7-f65d-4e61-9597-0542b71a7f4d" providerId="ADAL" clId="{731FFF11-6A53-5520-B035-B81EF8E0644C}" dt="2026-01-27T07:39:51.880" v="456" actId="9405"/>
          <ac:inkMkLst>
            <pc:docMk/>
            <pc:sldMk cId="1666210458" sldId="258"/>
            <ac:inkMk id="172" creationId="{C9019602-3C02-7BB2-AE01-98E3D1E0327F}"/>
          </ac:inkMkLst>
        </pc:inkChg>
        <pc:inkChg chg="add mod">
          <ac:chgData name="Hayer Florian" userId="866d4ef7-f65d-4e61-9597-0542b71a7f4d" providerId="ADAL" clId="{731FFF11-6A53-5520-B035-B81EF8E0644C}" dt="2026-01-27T07:41:20.353" v="477"/>
          <ac:inkMkLst>
            <pc:docMk/>
            <pc:sldMk cId="1666210458" sldId="258"/>
            <ac:inkMk id="173" creationId="{81E48A53-0DD6-988C-6774-1494056B8108}"/>
          </ac:inkMkLst>
        </pc:inkChg>
        <pc:inkChg chg="add mod">
          <ac:chgData name="Hayer Florian" userId="866d4ef7-f65d-4e61-9597-0542b71a7f4d" providerId="ADAL" clId="{731FFF11-6A53-5520-B035-B81EF8E0644C}" dt="2026-01-27T07:41:14.904" v="473"/>
          <ac:inkMkLst>
            <pc:docMk/>
            <pc:sldMk cId="1666210458" sldId="258"/>
            <ac:inkMk id="174" creationId="{97C298C3-1912-B141-26F8-FB9F7D4E2A87}"/>
          </ac:inkMkLst>
        </pc:inkChg>
        <pc:inkChg chg="add mod">
          <ac:chgData name="Hayer Florian" userId="866d4ef7-f65d-4e61-9597-0542b71a7f4d" providerId="ADAL" clId="{731FFF11-6A53-5520-B035-B81EF8E0644C}" dt="2026-01-27T07:41:12.952" v="471"/>
          <ac:inkMkLst>
            <pc:docMk/>
            <pc:sldMk cId="1666210458" sldId="258"/>
            <ac:inkMk id="177" creationId="{65AB7AEC-86C8-6F97-E126-632480DCAA8E}"/>
          </ac:inkMkLst>
        </pc:inkChg>
        <pc:inkChg chg="add del">
          <ac:chgData name="Hayer Florian" userId="866d4ef7-f65d-4e61-9597-0542b71a7f4d" providerId="ADAL" clId="{731FFF11-6A53-5520-B035-B81EF8E0644C}" dt="2026-01-27T07:40:18.516" v="463" actId="9405"/>
          <ac:inkMkLst>
            <pc:docMk/>
            <pc:sldMk cId="1666210458" sldId="258"/>
            <ac:inkMk id="180" creationId="{B958C8BB-0C58-6EC5-65DE-00CDE826603E}"/>
          </ac:inkMkLst>
        </pc:inkChg>
        <pc:inkChg chg="add del">
          <ac:chgData name="Hayer Florian" userId="866d4ef7-f65d-4e61-9597-0542b71a7f4d" providerId="ADAL" clId="{731FFF11-6A53-5520-B035-B81EF8E0644C}" dt="2026-01-27T07:40:28.832" v="465" actId="9405"/>
          <ac:inkMkLst>
            <pc:docMk/>
            <pc:sldMk cId="1666210458" sldId="258"/>
            <ac:inkMk id="181" creationId="{B7D53EAC-A234-D966-C7DF-A4C9D7D9EDA6}"/>
          </ac:inkMkLst>
        </pc:inkChg>
        <pc:inkChg chg="add del">
          <ac:chgData name="Hayer Florian" userId="866d4ef7-f65d-4e61-9597-0542b71a7f4d" providerId="ADAL" clId="{731FFF11-6A53-5520-B035-B81EF8E0644C}" dt="2026-01-27T07:40:36.376" v="467" actId="9405"/>
          <ac:inkMkLst>
            <pc:docMk/>
            <pc:sldMk cId="1666210458" sldId="258"/>
            <ac:inkMk id="182" creationId="{4444042C-E00C-EBA8-98C9-8F1651203E9B}"/>
          </ac:inkMkLst>
        </pc:inkChg>
        <pc:inkChg chg="add del">
          <ac:chgData name="Hayer Florian" userId="866d4ef7-f65d-4e61-9597-0542b71a7f4d" providerId="ADAL" clId="{731FFF11-6A53-5520-B035-B81EF8E0644C}" dt="2026-01-27T07:40:42.955" v="469" actId="9405"/>
          <ac:inkMkLst>
            <pc:docMk/>
            <pc:sldMk cId="1666210458" sldId="258"/>
            <ac:inkMk id="183" creationId="{03B03EFA-B304-06C9-CBAF-0236560B4466}"/>
          </ac:inkMkLst>
        </pc:inkChg>
        <pc:inkChg chg="add mod">
          <ac:chgData name="Hayer Florian" userId="866d4ef7-f65d-4e61-9597-0542b71a7f4d" providerId="ADAL" clId="{731FFF11-6A53-5520-B035-B81EF8E0644C}" dt="2026-01-27T07:41:20.353" v="477"/>
          <ac:inkMkLst>
            <pc:docMk/>
            <pc:sldMk cId="1666210458" sldId="258"/>
            <ac:inkMk id="184" creationId="{554ED66A-9B1B-39F0-D457-185A51F65A0B}"/>
          </ac:inkMkLst>
        </pc:inkChg>
        <pc:inkChg chg="add mod">
          <ac:chgData name="Hayer Florian" userId="866d4ef7-f65d-4e61-9597-0542b71a7f4d" providerId="ADAL" clId="{731FFF11-6A53-5520-B035-B81EF8E0644C}" dt="2026-01-27T07:41:20.353" v="477"/>
          <ac:inkMkLst>
            <pc:docMk/>
            <pc:sldMk cId="1666210458" sldId="258"/>
            <ac:inkMk id="187" creationId="{DF3AF05A-A65D-D7E9-598C-11FDF0E6A1E2}"/>
          </ac:inkMkLst>
        </pc:inkChg>
        <pc:inkChg chg="add mod">
          <ac:chgData name="Hayer Florian" userId="866d4ef7-f65d-4e61-9597-0542b71a7f4d" providerId="ADAL" clId="{731FFF11-6A53-5520-B035-B81EF8E0644C}" dt="2026-01-27T07:41:20.353" v="477"/>
          <ac:inkMkLst>
            <pc:docMk/>
            <pc:sldMk cId="1666210458" sldId="258"/>
            <ac:inkMk id="190" creationId="{ECF0A9D7-6A59-74FE-29BB-FD156C59D01F}"/>
          </ac:inkMkLst>
        </pc:inkChg>
        <pc:inkChg chg="add">
          <ac:chgData name="Hayer Florian" userId="866d4ef7-f65d-4e61-9597-0542b71a7f4d" providerId="ADAL" clId="{731FFF11-6A53-5520-B035-B81EF8E0644C}" dt="2026-01-27T07:41:18.462" v="475" actId="9405"/>
          <ac:inkMkLst>
            <pc:docMk/>
            <pc:sldMk cId="1666210458" sldId="258"/>
            <ac:inkMk id="191" creationId="{3EA47FBD-8F12-F01A-9D01-D4E362EC222A}"/>
          </ac:inkMkLst>
        </pc:inkChg>
        <pc:inkChg chg="add mod">
          <ac:chgData name="Hayer Florian" userId="866d4ef7-f65d-4e61-9597-0542b71a7f4d" providerId="ADAL" clId="{731FFF11-6A53-5520-B035-B81EF8E0644C}" dt="2026-01-27T07:41:20.353" v="477"/>
          <ac:inkMkLst>
            <pc:docMk/>
            <pc:sldMk cId="1666210458" sldId="258"/>
            <ac:inkMk id="1024" creationId="{4183ECC9-39F0-BFA4-5625-1083B30C3123}"/>
          </ac:inkMkLst>
        </pc:inkChg>
        <pc:inkChg chg="add del mod">
          <ac:chgData name="Hayer Florian" userId="866d4ef7-f65d-4e61-9597-0542b71a7f4d" providerId="ADAL" clId="{731FFF11-6A53-5520-B035-B81EF8E0644C}" dt="2026-01-27T07:41:56.003" v="495" actId="9405"/>
          <ac:inkMkLst>
            <pc:docMk/>
            <pc:sldMk cId="1666210458" sldId="258"/>
            <ac:inkMk id="1029" creationId="{2FC5CB6F-48ED-6081-3C30-41931EC89516}"/>
          </ac:inkMkLst>
        </pc:inkChg>
        <pc:inkChg chg="add del mod">
          <ac:chgData name="Hayer Florian" userId="866d4ef7-f65d-4e61-9597-0542b71a7f4d" providerId="ADAL" clId="{731FFF11-6A53-5520-B035-B81EF8E0644C}" dt="2026-01-27T07:41:55.658" v="494" actId="9405"/>
          <ac:inkMkLst>
            <pc:docMk/>
            <pc:sldMk cId="1666210458" sldId="258"/>
            <ac:inkMk id="1031" creationId="{0D3FEDE2-489D-4854-C2F7-3A1859E6E9BA}"/>
          </ac:inkMkLst>
        </pc:inkChg>
        <pc:inkChg chg="add del mod">
          <ac:chgData name="Hayer Florian" userId="866d4ef7-f65d-4e61-9597-0542b71a7f4d" providerId="ADAL" clId="{731FFF11-6A53-5520-B035-B81EF8E0644C}" dt="2026-01-27T07:41:55.276" v="493" actId="9405"/>
          <ac:inkMkLst>
            <pc:docMk/>
            <pc:sldMk cId="1666210458" sldId="258"/>
            <ac:inkMk id="1032" creationId="{3EE64855-6AAC-5D30-00B4-BE3CC2BD488C}"/>
          </ac:inkMkLst>
        </pc:inkChg>
        <pc:inkChg chg="add del mod">
          <ac:chgData name="Hayer Florian" userId="866d4ef7-f65d-4e61-9597-0542b71a7f4d" providerId="ADAL" clId="{731FFF11-6A53-5520-B035-B81EF8E0644C}" dt="2026-01-27T07:41:55.110" v="492" actId="9405"/>
          <ac:inkMkLst>
            <pc:docMk/>
            <pc:sldMk cId="1666210458" sldId="258"/>
            <ac:inkMk id="1033" creationId="{B377DCBE-D185-B1BB-F866-A7314A2BF215}"/>
          </ac:inkMkLst>
        </pc:inkChg>
        <pc:inkChg chg="add del mod">
          <ac:chgData name="Hayer Florian" userId="866d4ef7-f65d-4e61-9597-0542b71a7f4d" providerId="ADAL" clId="{731FFF11-6A53-5520-B035-B81EF8E0644C}" dt="2026-01-27T07:41:54.980" v="491" actId="9405"/>
          <ac:inkMkLst>
            <pc:docMk/>
            <pc:sldMk cId="1666210458" sldId="258"/>
            <ac:inkMk id="1034" creationId="{7B9C0D3F-1549-6A2E-AAB5-BF4C26FD9638}"/>
          </ac:inkMkLst>
        </pc:inkChg>
        <pc:inkChg chg="add del mod">
          <ac:chgData name="Hayer Florian" userId="866d4ef7-f65d-4e61-9597-0542b71a7f4d" providerId="ADAL" clId="{731FFF11-6A53-5520-B035-B81EF8E0644C}" dt="2026-01-27T07:41:54.796" v="490" actId="9405"/>
          <ac:inkMkLst>
            <pc:docMk/>
            <pc:sldMk cId="1666210458" sldId="258"/>
            <ac:inkMk id="1035" creationId="{3A3272E8-62A9-B2A3-AC6D-5BF4D245FCC9}"/>
          </ac:inkMkLst>
        </pc:inkChg>
        <pc:inkChg chg="add del mod">
          <ac:chgData name="Hayer Florian" userId="866d4ef7-f65d-4e61-9597-0542b71a7f4d" providerId="ADAL" clId="{731FFF11-6A53-5520-B035-B81EF8E0644C}" dt="2026-01-27T07:41:54.651" v="489" actId="9405"/>
          <ac:inkMkLst>
            <pc:docMk/>
            <pc:sldMk cId="1666210458" sldId="258"/>
            <ac:inkMk id="1036" creationId="{62145D0D-53E9-5A94-C6C9-E5CD4BF7D0AB}"/>
          </ac:inkMkLst>
        </pc:inkChg>
        <pc:inkChg chg="add del mod">
          <ac:chgData name="Hayer Florian" userId="866d4ef7-f65d-4e61-9597-0542b71a7f4d" providerId="ADAL" clId="{731FFF11-6A53-5520-B035-B81EF8E0644C}" dt="2026-01-27T07:41:54.508" v="488"/>
          <ac:inkMkLst>
            <pc:docMk/>
            <pc:sldMk cId="1666210458" sldId="258"/>
            <ac:inkMk id="1037" creationId="{5FF7BD3E-FA34-2096-3102-904A06D77459}"/>
          </ac:inkMkLst>
        </pc:inkChg>
        <pc:inkChg chg="add">
          <ac:chgData name="Hayer Florian" userId="866d4ef7-f65d-4e61-9597-0542b71a7f4d" providerId="ADAL" clId="{731FFF11-6A53-5520-B035-B81EF8E0644C}" dt="2026-01-27T07:42:01.551" v="496" actId="9405"/>
          <ac:inkMkLst>
            <pc:docMk/>
            <pc:sldMk cId="1666210458" sldId="258"/>
            <ac:inkMk id="1040" creationId="{7DFC7F9A-1743-DBFD-17AD-94ED8EEDC4A6}"/>
          </ac:inkMkLst>
        </pc:inkChg>
        <pc:inkChg chg="add">
          <ac:chgData name="Hayer Florian" userId="866d4ef7-f65d-4e61-9597-0542b71a7f4d" providerId="ADAL" clId="{731FFF11-6A53-5520-B035-B81EF8E0644C}" dt="2026-01-27T07:42:03.392" v="497" actId="9405"/>
          <ac:inkMkLst>
            <pc:docMk/>
            <pc:sldMk cId="1666210458" sldId="258"/>
            <ac:inkMk id="1041" creationId="{25310946-C81C-2682-16EF-33115941E3EA}"/>
          </ac:inkMkLst>
        </pc:inkChg>
        <pc:inkChg chg="add">
          <ac:chgData name="Hayer Florian" userId="866d4ef7-f65d-4e61-9597-0542b71a7f4d" providerId="ADAL" clId="{731FFF11-6A53-5520-B035-B81EF8E0644C}" dt="2026-01-27T07:42:05.615" v="498" actId="9405"/>
          <ac:inkMkLst>
            <pc:docMk/>
            <pc:sldMk cId="1666210458" sldId="258"/>
            <ac:inkMk id="1042" creationId="{37425DBC-39A0-78A1-A07D-AA6E440348BD}"/>
          </ac:inkMkLst>
        </pc:inkChg>
        <pc:inkChg chg="add">
          <ac:chgData name="Hayer Florian" userId="866d4ef7-f65d-4e61-9597-0542b71a7f4d" providerId="ADAL" clId="{731FFF11-6A53-5520-B035-B81EF8E0644C}" dt="2026-01-27T07:42:07.996" v="499" actId="9405"/>
          <ac:inkMkLst>
            <pc:docMk/>
            <pc:sldMk cId="1666210458" sldId="258"/>
            <ac:inkMk id="1043" creationId="{633997FC-F788-12F0-4FEC-13741FF62467}"/>
          </ac:inkMkLst>
        </pc:inkChg>
        <pc:inkChg chg="add mod">
          <ac:chgData name="Hayer Florian" userId="866d4ef7-f65d-4e61-9597-0542b71a7f4d" providerId="ADAL" clId="{731FFF11-6A53-5520-B035-B81EF8E0644C}" dt="2026-01-27T07:42:25.608" v="509"/>
          <ac:inkMkLst>
            <pc:docMk/>
            <pc:sldMk cId="1666210458" sldId="258"/>
            <ac:inkMk id="1044" creationId="{5EBFABBB-3894-BACC-74E8-F83369CF0AC4}"/>
          </ac:inkMkLst>
        </pc:inkChg>
        <pc:inkChg chg="add mod">
          <ac:chgData name="Hayer Florian" userId="866d4ef7-f65d-4e61-9597-0542b71a7f4d" providerId="ADAL" clId="{731FFF11-6A53-5520-B035-B81EF8E0644C}" dt="2026-01-27T07:42:25.608" v="509"/>
          <ac:inkMkLst>
            <pc:docMk/>
            <pc:sldMk cId="1666210458" sldId="258"/>
            <ac:inkMk id="1045" creationId="{58C191FF-3DB5-1B44-930C-6EE32C75D50A}"/>
          </ac:inkMkLst>
        </pc:inkChg>
        <pc:inkChg chg="add mod">
          <ac:chgData name="Hayer Florian" userId="866d4ef7-f65d-4e61-9597-0542b71a7f4d" providerId="ADAL" clId="{731FFF11-6A53-5520-B035-B81EF8E0644C}" dt="2026-01-27T07:42:25.608" v="509"/>
          <ac:inkMkLst>
            <pc:docMk/>
            <pc:sldMk cId="1666210458" sldId="258"/>
            <ac:inkMk id="1046" creationId="{B000C7E1-0FF1-3E6E-D6B6-35415506DF9B}"/>
          </ac:inkMkLst>
        </pc:inkChg>
        <pc:inkChg chg="add">
          <ac:chgData name="Hayer Florian" userId="866d4ef7-f65d-4e61-9597-0542b71a7f4d" providerId="ADAL" clId="{731FFF11-6A53-5520-B035-B81EF8E0644C}" dt="2026-01-27T07:42:17.158" v="503" actId="9405"/>
          <ac:inkMkLst>
            <pc:docMk/>
            <pc:sldMk cId="1666210458" sldId="258"/>
            <ac:inkMk id="1047" creationId="{E908164B-4684-276D-1B2B-CCFF8B82302C}"/>
          </ac:inkMkLst>
        </pc:inkChg>
        <pc:inkChg chg="add">
          <ac:chgData name="Hayer Florian" userId="866d4ef7-f65d-4e61-9597-0542b71a7f4d" providerId="ADAL" clId="{731FFF11-6A53-5520-B035-B81EF8E0644C}" dt="2026-01-27T07:42:17.653" v="504" actId="9405"/>
          <ac:inkMkLst>
            <pc:docMk/>
            <pc:sldMk cId="1666210458" sldId="258"/>
            <ac:inkMk id="1048" creationId="{AB3B3E62-3C4B-E458-137C-F55208037684}"/>
          </ac:inkMkLst>
        </pc:inkChg>
        <pc:inkChg chg="add mod">
          <ac:chgData name="Hayer Florian" userId="866d4ef7-f65d-4e61-9597-0542b71a7f4d" providerId="ADAL" clId="{731FFF11-6A53-5520-B035-B81EF8E0644C}" dt="2026-01-27T07:42:25.608" v="509"/>
          <ac:inkMkLst>
            <pc:docMk/>
            <pc:sldMk cId="1666210458" sldId="258"/>
            <ac:inkMk id="1049" creationId="{59277A28-3ED3-4427-0AEB-4DA17B1D64C2}"/>
          </ac:inkMkLst>
        </pc:inkChg>
        <pc:inkChg chg="add mod">
          <ac:chgData name="Hayer Florian" userId="866d4ef7-f65d-4e61-9597-0542b71a7f4d" providerId="ADAL" clId="{731FFF11-6A53-5520-B035-B81EF8E0644C}" dt="2026-01-27T07:42:25.608" v="509"/>
          <ac:inkMkLst>
            <pc:docMk/>
            <pc:sldMk cId="1666210458" sldId="258"/>
            <ac:inkMk id="1050" creationId="{0A09A3E0-AB2B-9AF6-C73C-9F80AE8AED2C}"/>
          </ac:inkMkLst>
        </pc:inkChg>
        <pc:inkChg chg="add">
          <ac:chgData name="Hayer Florian" userId="866d4ef7-f65d-4e61-9597-0542b71a7f4d" providerId="ADAL" clId="{731FFF11-6A53-5520-B035-B81EF8E0644C}" dt="2026-01-27T07:42:23.365" v="507" actId="9405"/>
          <ac:inkMkLst>
            <pc:docMk/>
            <pc:sldMk cId="1666210458" sldId="258"/>
            <ac:inkMk id="1051" creationId="{EB8E96C1-39E6-EA0A-A480-CE5020C7E143}"/>
          </ac:inkMkLst>
        </pc:inkChg>
        <pc:inkChg chg="add mod">
          <ac:chgData name="Hayer Florian" userId="866d4ef7-f65d-4e61-9597-0542b71a7f4d" providerId="ADAL" clId="{731FFF11-6A53-5520-B035-B81EF8E0644C}" dt="2026-01-27T07:42:25.608" v="509"/>
          <ac:inkMkLst>
            <pc:docMk/>
            <pc:sldMk cId="1666210458" sldId="258"/>
            <ac:inkMk id="1052" creationId="{2D0D5C24-DA94-D66F-3671-BB12E38E1B1B}"/>
          </ac:inkMkLst>
        </pc:inkChg>
        <pc:inkChg chg="add">
          <ac:chgData name="Hayer Florian" userId="866d4ef7-f65d-4e61-9597-0542b71a7f4d" providerId="ADAL" clId="{731FFF11-6A53-5520-B035-B81EF8E0644C}" dt="2026-01-27T07:42:39.644" v="510" actId="9405"/>
          <ac:inkMkLst>
            <pc:docMk/>
            <pc:sldMk cId="1666210458" sldId="258"/>
            <ac:inkMk id="1057" creationId="{8FE9497E-79CD-0965-1BE1-29DA674C8A2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7:33.90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205 1 16383,'-4'38'0,"1"-13"0,-6 44 0,3-28 0,-11 27 0,2 14 0,-2-27 0,2 3 0,0 5 0,5-14 0,-1 1 0,-7 11 0,1 3 0,5 9 0,2-2 0,1-20 0,2-1 0,1 6 0,2-4 0,4 6 0,0-13 0,0-17 0,0-12 0,0-7 0,0-6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7:35.061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750 1 16383,'-24'13'0,"1"0"0,2-2 0,-13 16 0,6-7 0,-5 15 0,18-16 0,5 2 0,2 0 0,5-4 0,0 9 0,3 2 0,0 1 0,3 4 0,4-5 0,0-1 0,11 3 0,20 21 0,-10-19 0,11 9 0,-21-27 0,-11-7 0,2 2 0,-6-4 0,0 1 0,-2 0 0,1 1 0,0 12 0,-1-5 0,1 8 0,-2-6 0,0-1 0,-4 17 0,3-15 0,-7 10 0,4-18 0,-6 3 0,1-3 0,-5 8 0,4-7 0,-8 5 0,9-6 0,-3-2 0,4 1 0,-4-3 0,-1 2 0,-8-4 0,-28 3 0,15-5 0,-32 4 0,25-5 0,0 0 0,-3 0 0,-1-4 0,14-2 0,-6-2 0,24-1 0,-9-5 0,5-1 0,-8-7 0,4 1 0,-15-11 0,11 8 0,-1 2 0,16 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7:45.757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84 88 16383,'12'14'0,"0"-4"0,-10-6 0,4-2 0,-3 2 0,3-1 0,-2 1 0,2-4 0,-1 2 0,1-2 0,-1 0 0,1 0 0,0 0 0,-1 0 0,1-2 0,-4-9 0,0-1 0,-2-2 0,0 4 0,2 6 0,-2 0 0,2-3 0,-2 3 0,0-3 0,0 1 0,-2 1 0,2-1 0,-4 2 0,1-1 0,-1 1 0,0 0 0,0 0 0,-1-1 0,1 3 0,0-2 0,-3 3 0,1-2 0,-1 2 0,1-1 0,1 2 0,-1 0 0,1 2 0,-1-1 0,2 4 0,-2-2 0,1 5 0,-1-5 0,1 3 0,3-4 0,-4 2 0,3 2 0,-3 1 0,0 0 0,1 1 0,-3-2 0,1 3 0,0 0 0,1-3 0,2 0 0,-1-1 0,3-1 0,-2 2 0,4 1 0,-2-1 0,2 2 0,0 2 0,0-3 0,2 5 0,-2-8 0,2 3 0,2-3 0,-3 0 0,6 0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8:14.10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27 1 16383,'-3'15'0,"0"-1"0,2-2 0,-1-2 0,0 4 0,1-4 0,-1 5 0,0-6 0,2 6 0,-2-3 0,2 1 0,0-2 0,0-2 0,-2-1 0,1 1 0,-1 0 0,0-1 0,2 4 0,-2 0 0,2 4 0,0-1 0,0 6 0,0 2 0,0-1 0,0-1 0,0-5 0,0 5 0,0-5 0,0 11 0,0 0 0,0 8 0,0-1 0,0 4 0,0-3 0,2-6 0,-1 2 0,1-14 0,-2 10 0,0-10 0,0 4 0,0-1 0,0-3 0,0 4 0,2-5 0,-1-4 0,3 0 0,-3-3 0,3 2 0,-2-1 0,1 5 0,3-6 0,-3 3 0,5-4 0,-2 1 0,1-5 0,-1 2 0,3-5 0,-1 1 0,4-2 0,-4 0 0,4 0 0,0 0 0,1 0 0,-2 0 0,-4 0 0,-1 0 0,-2 0 0,3 1 0,-1 0 0,3 1 0,-3-2 0,0 0 0,-1 0 0,1-4 0,0-1 0,8-9 0,12-7 0,12-9 0,12-5 0,-16 10 0,9-2 0,-26 11 0,17-8 0,-17 6 0,1-2 0,-11 10 0,-2-5 0,-1 8 0,4-8 0,-2-3 0,9-1 0,0-10 0,1 12 0,5-7 0,-10 11 0,1-5 0,-4 2 0,-4 4 0,-1 2 0,-1-2 0,0 2 0,4-6 0,-1 0 0,1-5 0,-2 4 0,-3 1 0,4-3 0,-4 7 0,2-20 0,-3 14 0,0-9 0,-3 6 0,2-7 0,-2-1 0,3-4 0,-3 6 0,2 7 0,-2 3 0,1 5 0,-1 3 0,0-1 0,-1 4 0,4 4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8:16.869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29 134 16383,'0'53'0,"0"4"0,0-11 0,0 16 0,0 9 0,0 6 0,-4 9 0,-2-8 0,1 3 0,-3-16 0,7-3 0,-3-26 0,4-4 0,0-22 0,0-6 0,0-36 0,3 2 0,-2-19 0,3 11 0,-4-29 0,0 25 0,0-29 0,0 26 0,3 8 0,-2-1 0,2 17 0,0-11 0,-2 12 0,6-17 0,-6 4 0,4 8 0,-1-12 0,-1 4 0,0 11 0,-1-6 0,-1 19 0,0-12 0,1 10 0,2-19 0,1 16 0,0-3 0,12-6 0,-10 12 0,10-8 0,-10 8 0,-2 1 0,0 0 0,-3 4 0,0-3 0,1 5 0,-1-5 0,6 9 0,-3-2 0,6 4 0,0 0 0,-1 3 0,1-3 0,-4 0 0,-1-2 0,0 2 0,-1 1 0,1 1 0,-2-2 0,2 2 0,-1-2 0,6 1 0,0 1 0,5-1 0,-4 1 0,0-1 0,-6 1 0,1-2 0,-3 3 0,0-1 0,0 2 0,2 1 0,1-1 0,0 2 0,1-3 0,-4 3 0,3-3 0,-3 1 0,0-2 0,-2 1 0,2-1 0,1 2 0,-1-1 0,1 1 0,-2-2 0,0 0 0,1 0 0,0 1 0,-2-1 0,2 0 0,-1 2 0,1-1 0,2 3 0,-1-3 0,1 3 0,-2-3 0,0 1 0,1-4 0,-1 4 0,-2-3 0,2 3 0,1 3 0,0-2 0,4 5 0,-4-3 0,1-3 0,-2 1 0,0-1 0,-1-2 0,-2 3 0,1-3 0,-1 2 0,3 1 0,1 4 0,0 2 0,5 2 0,-4 1 0,1 0 0,-2-4 0,-1-2 0,1-2 0,-3-3 0,0 1 0,-2 0 0,0 1 0,0 4 0,0 2 0,2 2 0,2 6 0,1-7 0,-2 3 0,-1-8 0,0-3 0,-1 2 0,0-1 0,-1 0 0,0 4 0,0-1 0,0 3 0,0 2 0,0-6 0,0 1 0,0-2 0,0-3 0,0 3 0,0-2 0,3 6 0,-3 0 0,3 4 0,-3 0 0,0-1 0,-3 13 0,0-9 0,-2 9 0,2-13 0,1 1 0,0 0 0,1-1 0,-1 1 0,2-4 0,0-2 0,0-2 0,0-3 0,-2 1 0,1 2 0,-3-3 0,4 5 0,-2-5 0,2 1 0,-2-2 0,2 2 0,-2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8:17.80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203 0 16383,'0'37'0,"0"-14"0,0 9 0,0 3 0,0-14 0,0 30 0,0-26 0,0 30 0,0-24 0,0 13 0,-4 16 0,3-19 0,-4 25 0,1 6 0,-1-24 0,-9 45 0,5-48 0,-5 32 0,7-44 0,-2 42 0,2-46 0,2 52 0,-2-41 0,2 47 0,-3-40 0,-2 41 0,6-43 0,-9 27 0,11-19 0,-8-11 0,9 16 0,-3-37 0,3 38 0,-4-38 0,-3 32 0,1-34 0,-5 29 0,4-28 0,3 8 0,-1-18 0,5-6 0,-1-2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8:18.675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0 16383,'35'33'0,"13"22"0,1 14 0,1-3 0,-16-20 0,0-1 0,25 21 0,-7-2 0,12 0 0,-27-23 0,-5-9 0,-2-2 0,-22-22 0,2 6 0,-2-7 0,-7 1 0,4-5 0,-2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8:34.312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1 173 16383,'21'0'0,"-1"0"0,6 0 0,3 0 0,16 0 0,7 0 0,1-8 0,-1 6 0,35-19 0,-36 10 0,26-8 0,-44 9 0,-5 3 0,-11 1 0,-2 2 0,-11 2 0,-2 0 0,6 0 0,-3-4 0,5 3 0,-5-3 0,1 6 0,-4-4 0,7-1 0,7-5 0,6 1 0,6-1 0,0 0 0,-6 5 0,-1-3 0,-10 7 0,-4-1 0,-5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8:36.45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0 16383,'12'30'0,"-2"0"0,-3-2 0,5 10 0,-4-2 0,8 14 0,-10-14 0,5 7 0,-6-3 0,3 7 0,-3-6 0,2 2 0,-6-14 0,2 10 0,0-10 0,-2 9 0,2-4 0,1 6 0,-3 0 0,2-6 0,-3 4 0,0-9 0,0 4 0,0 0 0,0-4 0,0 4 0,4 0 0,-4 2 0,4 4 0,-4 1 0,3 0 0,-2-6 0,3-1 0,-4 0 0,0-9 0,0 7 0,0-14 0,0 4 0,0-5 0,0-4 0,0 3 0,0 8 0,0-8 0,0 11 0,0-14 0,-3 9 0,2 2 0,-4-1 0,4 4 0,-3-14 0,3 3 0,-1-11 0,2 0 0,0 4 0,0-3 0,0 5 0,-2-5 0,2 1 0,-2 0 0,0-1 0,0 1 0,-1-1 0,-1 1 0,4-2 0,-2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8:37.027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55 16383,'62'-8'0,"3"4"0,-13 1 0,5 1 0,-4 2 0,2 0 0,11 0 0,2 0 0,1 0 0,0 0 0,-1 1 0,1-2 0,-1-1 0,-1 0 0,-7 2 0,-2-1 0,-2-4 0,0 1 0,6 1 0,-3 0 0,24-3 0,-5-2 0,-48 8 0,-15-3 0,-11 3 0,-2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3.875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381 0 16383,'32'67'0,"-2"-2"0,-11-31 0,1 6 0,0-1 0,-1-4 0,-4 3 0,0-4 0,1 6 0,15 27 0,-10-15 0,10 17 0,-14-24 0,-1-5 0,-4-1 0,3 6 0,-2-4 0,10 36 0,-6-29 0,6 24 0,-8-32 0,8 26 0,-6-20 0,2 21 0,11 0 0,-13-15 0,4-4 0,0-1 0,-2 5 0,0-5 0,-1-1 0,1 1 0,13 35 0,-19-43 0,14 42 0,-14-40 0,16 52 0,-1-20 0,-3 0 0,-7-26 0,1-1 0,10 28 0,-11-23 0,0 3 0,1-4 0,1 1 0,-4 2 0,-1-1 0,0-1 0,0-2 0,9 46 0,-14-46 0,0 0 0,9 40 0,-9-40 0,0 1 0,4 0 0,1 0 0,-2 0 0,1 1 0,3 2 0,1-1 0,-1-1 0,0-2 0,1 1 0,-1 0 0,1-2 0,0-1 0,1 2 0,0 0 0,12 46 0,-1-1 0,-17-44 0,-2-1 0,9 40 0,-10-35 0,0 1 0,-2-3 0,-1-1 0,1 4 0,-1 2 0,1 6 0,-1 0 0,-2-10 0,1 0 0,4 7 0,-1 1 0,-3-11 0,-1 0 0,5 0 0,-1 0 0,2 44 0,4 5 0,-10-10 0,-1 4 0,-1-41 0,-1 0 0,-1 45 0,1-41 0,1-1 0,-3 45 0,0-6 0,0 5 0,4 1 0,-3-4 0,2-44 0,-1 0 0,-2 37 0,0-35 0,0 1 0,0 42 0,0-33 0,0-1 0,0 30 0,-1-39 0,2 0 0,3 28 0,-3 6 0,4-5 0,-5 3 0,0-9 0,0-1 0,0-1 0,0-10 0,0 4 0,0 0 0,-5-4 0,0 4 0,0-5 0,-3-5 0,7 3 0,-7-4 0,4 1 0,-5-2 0,-4 0 0,3-4 0,-7 9 0,3-8 0,-4 8 0,0-4 0,-3 1 0,2-2 0,-2 0 0,3-4 0,1 4 0,3-5 0,-2 0 0,3-6 0,-5 10 0,-1-14 0,0 14 0,0-15 0,5 9 0,-1-9 0,1 20 0,-3-12 0,3 8 0,-5-11 0,6-7 0,-6 1 0,-2 5 0,4-4 0,-4 9 0,0 2 0,2 6 0,-7 6 0,3-5 0,-3-2 0,3 0 0,-2-4 0,3 4 0,-5 0 0,0 2 0,1-1 0,-2 4 0,2-9 0,3 5 0,-1-7 0,5 6 0,-2-4 0,-1 4 0,4-5 0,-3-5 0,5-2 0,-5 0 0,4-4 0,-2-2 0,4-6 0,-3-3 0,6-2 0,-10 3 0,13 3 0,-10 2 0,3 4 0,0-1 0,-14 22 0,8-16 0,-14 18 0,11-27 0,-3 5 0,10-16 0,-11 28 0,14-25 0,-15 32 0,11-25 0,-2 5 0,-1-2 0,5 2 0,-11 3 0,6 2 0,-6-4 0,-1 0 0,4 0 0,-4-4 0,1 4 0,6-5 0,-10 7 0,10-3 0,-6-2 0,8-5 0,-6-2 0,12-8 0,-8 5 0,14-14 0,-3 3 0,6-5 0,-1-5 0,-1 4 0,3-4 0,-3 1 0,3 1 0,-1 3 0,1-3 0,-1 6 0,-2-6 0,2 1 0,-1-4 0,2 0 0,-1 1 0,1 2 0,0-1 0,1-1 0,-1-1 0,2-4 0,-2 2 0,-1-2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04.35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48 1 16383,'3'27'0,"0"8"0,-3-6 0,0 10 0,0 1 0,0 0 0,0-1 0,-4 1 0,3 0 0,-5-6 0,5 10 0,-6-8 0,2 14 0,-3-4 0,3 27 0,1-21 0,4 15 0,0-33 0,0-1 0,0 5 0,0-16 0,0 4 0,0-18 0,-1-3 0,0 1 0,-1 0 0,2-1 0,0 3 0,0-3 0,0 5 0,0-5 0,0 3 0,0-4 0,0 0 0,0 4 0,0-2 0,0 2 0,0-4 0,0 0 0,0 2 0,0 1 0,0 1 0,0-1 0,0-1 0,0-2 0,0 3 0,0-1 0,0 3 0,0-3 0,0 1 0,0-3 0,0 2 0,0-1 0,0 1 0,-2 2 0,0-5 0,-2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07.722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1 170 16383,'11'-7'0,"-1"-1"0,-4 6 0,-1-3 0,3-1 0,2-1 0,-1 0 0,6-3 0,-6 5 0,3-4 0,-6 4 0,1-1 0,-3 2 0,0 1 0,0-1 0,1 2 0,1-2 0,0-1 0,1 1 0,1 0 0,-3-1 0,1 3 0,2-2 0,2 1 0,5 1 0,27-9 0,2 9 0,3-6 0,12-1 0,-28 7 0,14-9 0,-20 10 0,-10-2 0,-9 3 0,-2 0 0,3 0 0,-3 0 0,2 4 0,-1-1 0,-1 5 0,-2-1 0,2-3 0,-3 7 0,2-5 0,-2 3 0,4 8 0,-3-10 0,2 9 0,0-6 0,-1 0 0,3-1 0,-1 2 0,0-5 0,-3 5 0,0-6 0,-2 3 0,2-3 0,-2 3 0,0-2 0,0 1 0,0-1 0,0-2 0,0 8 0,0-6 0,0 7 0,-2-9 0,0 5 0,-3-3 0,-8 17 0,7-11 0,-7 13 0,10-16 0,-1 3 0,0 5 0,2-8 0,-3 7 0,4-11 0,-3 3 0,2-1 0,-1 0 0,0-1 0,2-2 0,-1 2 0,2-1 0,-2 3 0,2-1 0,-4-3 0,2 4 0,-1-3 0,-1 1 0,2 2 0,-3 2 0,1-2 0,-1 3 0,1-5 0,-1 1 0,-1 1 0,1-3 0,-1 1 0,2 0 0,0-1 0,-1 1 0,3-2 0,-4-1 0,1-1 0,-1-2 0,-1 0 0,3 0 0,-2 0 0,1 0 0,-1-2 0,1-1 0,1 1 0,0-2 0,-2 2 0,-1-3 0,0 3 0,-1-2 0,1 4 0,-1-4 0,-3 3 0,8-1 0,25 7 0,-1 0 0,22 3 0,-10 0 0,1 3 0,6-6 0,-1 5 0,-4-9 0,-11 5 0,-9-6 0,-7 2 0,-1 0 0,0 0 0,1 3 0,-3-1 0,1 0 0,-2 2 0,0-1 0,-1 1 0,-2-2 0,1 1 0,-1 1 0,1-2 0,-2 3 0,0-1 0,0-1 0,0 1 0,0 0 0,0-1 0,0 6 0,0-4 0,-4 19 0,3-14 0,-5 19 0,3-21 0,-5 10 0,5-10 0,-4 5 0,4-6 0,-2 3 0,1-4 0,-2 1 0,1-3 0,-1 2 0,0-1 0,1 0 0,-3 1 0,-6 9 0,6-6 0,-8 11 0,11-13 0,-2 3 0,1-4 0,1-1 0,-3 1 0,1-1 0,0-1 0,-1 3 0,3-3 0,-3 1 0,4 1 0,-5-3 0,-8 9 0,8-7 0,-13 4 0,15-7 0,-5-4 0,4 2 0,1 0 0,1-2 0,1 2 0,-1-2 0,-1 0 0,-1 0 0,-4 0 0,3 0 0,-6 0 0,7 0 0,-3 0 0,6 0 0,-1 0 0,0-2 0,-1 2 0,0-2 0,-1 0 0,1 2 0,1-4 0,-3 3 0,3-1 0,-3 2 0,0 0 0,1 0 0,1 0 0,-1-2 0,3 2 0,-1-2 0,0 0 0,1 0 0,-3-1 0,-2-1 0,-3 4 0,-2-5 0,2 4 0,3-1 0,4 2 0,4-2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10.498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7 621 16383,'5'16'0,"1"0"0,-6-11 0,4 3 0,-4-4 0,4 3 0,-4-1 0,4-2 0,-1 3 0,8 4 0,-3-3 0,9 5 0,-4-4 0,-1-2 0,3 1 0,-8-4 0,3 0 0,-6-5 0,2 0 0,4-6 0,2 0 0,1-3 0,2 2 0,-6 0 0,4-2 0,-5 0 0,0-2 0,2-5 0,-5 6 0,5-14 0,-7 14 0,2-6 0,-5 10 0,4 1 0,-4 2 0,2-1 0,-2-1 0,0 1 0,0-11 0,0 9 0,0-18 0,0 18 0,2-10 0,-1 7 0,2 1 0,0-6 0,2 6 0,-3-17 0,2 14 0,-3-24 0,0 23 0,-1-23 0,0 24 0,0-14 0,0 9 0,0 3 0,0-17 0,0 19 0,0-25 0,0 25 0,0-24 0,0 24 0,0-11 0,0 4 0,-2 8 0,2-6 0,-4 11 0,4 1 0,-4 1 0,1-2 0,-3-1 0,1 0 0,-1 3 0,2 0 0,-11 1 0,3 0 0,-9 0 0,5 3 0,-5 0 0,8 0 0,-3 0 0,10 0 0,2 0 0,0 8 0,1 0 0,1 9 0,0-2 0,-1 1 0,0-1 0,-2 1 0,3-4 0,-1 3 0,-3-5 0,3 4 0,-3-4 0,1 0 0,3-2 0,-2 2 0,3-2 0,-1 4 0,2-8 0,0 2 0,0 1 0,-2-3 0,0 2 0,0-1 0,0 1 0,0 0 0,1 1 0,-3 4 0,2-5 0,-1 5 0,-1-1 0,1-1 0,-2 6 0,0-3 0,0 1 0,0 2 0,3 3 0,-3-2 0,2 5 0,0-5 0,-1-5 0,3 0 0,0-6 0,-1 1 0,1-2 0,-1 2 0,2-1 0,0 3 0,0-3 0,0 3 0,0-4 0,0 2 0,2 3 0,0-4 0,1 3 0,1-2 0,-2 1 0,2 1 0,0-1 0,1 1 0,-1-3 0,-2 1 0,0-2 0,0 2 0,0-1 0,1 1 0,-1-2 0,0 0 0,-2 3 0,2-3 0,-2 4 0,0-3 0,0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11.76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0 16383,'10'13'0,"1"-2"0,-7-2 0,3-1 0,-5-1 0,2-3 0,-2 4 0,0-3 0,0 14 0,-2-5 0,0 12 0,3-3 0,2 10 0,-1-4 0,-1 4 0,-1-11 0,-1-1 0,1-9 0,-2 0 0,0-4 0,0 1 0,0 3 0,2-3 0,-1 3 0,0-1 0,-1-1 0,3 5 0,-3-8 0,3 2 0,-3-4 0,0-1 0,0 2 0,1-1 0,0 3 0,1 2 0,0 2 0,1 0 0,-1 0 0,2-3 0,-3-3 0,2 1 0,0-1 0,-1-2 0,2 4 0,-4-3 0,4 1 0,-3 1 0,0-3 0,1 2 0,1-1 0,-1-1 0,2 2 0,-4-1 0,4 3 0,-3 2 0,0-3 0,1 4 0,-1-6 0,1 3 0,-2-1 0,0 1 0,0 4 0,0-3 0,2 3 0,-2-5 0,2-3 0,-2-2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13.378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154 0 16383,'-14'5'0,"2"-3"0,8 2 0,0-4 0,-1 4 0,1-2 0,0 1 0,-1 2 0,1 0 0,0 0 0,-1 0 0,3-2 0,-2 3 0,0-1 0,-1 1 0,-3 0 0,3-1 0,-1 3 0,1 2 0,0 2 0,0 1 0,1-4 0,-1-1 0,1-1 0,-2 4 0,3-4 0,-3 3 0,4-4 0,-1 6 0,-1 0 0,4 4 0,-3-4 0,3 0 0,0-5 0,0-1 0,0-2 0,0 2 0,0-1 0,0 1 0,0 2 0,0-3 0,0 5 0,0-5 0,0 3 0,2-1 0,-1 1 0,1-1 0,-1 1 0,0-1 0,3-1 0,-2 2 0,0-3 0,0 3 0,0-3 0,-1 1 0,2 0 0,0-1 0,-1 1 0,5 3 0,-6-3 0,5 3 0,-3-5 0,-1 1 0,2 1 0,-2 1 0,3 4 0,2 2 0,1 2 0,2 1 0,1-1 0,-2-2 0,-1-1 0,-2-6 0,-2 0 0,0-1 0,0-1 0,1 0 0,-1 0 0,2 3 0,1-1 0,-1 3 0,6 0 0,-7 0 0,6 0 0,-6-2 0,1-1 0,-2-2 0,1-1 0,1 0 0,-1-2 0,3 3 0,-2-2 0,1 0 0,-1 0 0,-2-2 0,7 3 0,6-3 0,7 2 0,-2-2 0,-1 0 0,-8 0 0,-3 0 0,-4 2 0,-4-1 0,0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14.335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0 16383,'6'27'0,"2"9"0,-3-7 0,2 10 0,-2 1 0,2 5 0,-6-9 0,7 34 0,-4-34 0,5 29 0,-5-31 0,4 33 0,-3-21 0,0 15 0,2-23 0,-6 18 0,5-16 0,-5 20 0,2-31 0,1 20 0,-3-23 0,3 16 0,-4-19 0,0 15 0,0-8 0,0 3 0,0 10 0,0-19 0,0 14 0,3-13 0,0-13 0,0 5 0,-1-11 0,-2 1 0,0-1 0,0 0 0,0-1 0,0 22 0,0-12 0,0 16 0,0-18 0,0-1 0,0-6 0,0-44 0,0 29 0,0-33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15.325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213 1 16383,'-19'11'0,"0"2"0,4-5 0,-1 0 0,-5 3 0,4-2 0,-4 0 0,-7 12 0,13-13 0,-8 12 0,15-14 0,4-1 0,-1 1 0,3-4 0,6 4 0,16 12 0,3 0 0,17 11 0,-9-10 0,2 0 0,-11-7 0,-4-3 0,-6-2 0,-6-5 0,1 2 0,0 3 0,5 6 0,9 11 0,-2 1 0,10 6 0,0 0 0,-5-6 0,10 3 0,-24-17 0,7 2 0,-13-11 0,0 0 0,0 2 0,-1 1 0,-1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18.02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83 287 16383,'16'-5'0,"1"-4"0,-8 8 0,3-3 0,-5 4 0,4 0 0,-1 0 0,3 0 0,-3 0 0,-6-2 0,-2-3 0,0 1 0,0-8 0,1 7 0,1-7 0,-2 8 0,1-3 0,-1 3 0,0 0 0,0-4 0,0 2 0,2-4 0,-2 5 0,1-3 0,-1 2 0,-2-1 0,2 1 0,-2 1 0,2-1 0,-2 1 0,0-1 0,-2 2 0,1-3 0,-2 3 0,0-4 0,1 3 0,-2-3 0,2 3 0,-1-3 0,-1 3 0,2-1 0,-2-1 0,-3 1 0,3-1 0,-3 1 0,3 1 0,0 3 0,-1-2 0,1 2 0,0-1 0,-1-1 0,1 2 0,0-2 0,-6-1 0,-1-1 0,0 2 0,-1 1 0,6 3 0,-1 0 0,1 0 0,1 0 0,-1 5 0,-1 0 0,3 6 0,-5 1 0,6 0 0,-7 11 0,4-9 0,-1 8 0,3-15 0,1 4 0,-1-6 0,3 1 0,-2-2 0,2 1 0,-3 1 0,4-2 0,-4 3 0,3-3 0,-2 0 0,2 2 0,-1-1 0,2 1 0,0 0 0,0 1 0,0 1 0,3 4 0,-3-3 0,5 6 0,-3-5 0,1 1 0,1-4 0,-4 1 0,4-1 0,-2 1 0,1-1 0,0 1 0,0-3 0,-1 3 0,2-2 0,-2 3 0,2-1 0,-1 1 0,2 0 0,-2-3 0,3 2 0,-1-3 0,-1 1 0,0-2 0,0 1 0,3-1 0,-3 0 0,2-2 0,1 4 0,-1-5 0,1 5 0,1-4 0,-3 2 0,3 1 0,-3-1 0,1-2 0,0 4 0,-1-5 0,3 6 0,-2-4 0,3 5 0,-3-3 0,3 1 0,-5-3 0,2-1 0,1-2 0,-1 0 0,1 0 0,1 0 0,-3 0 0,3 0 0,-4 0 0,3 0 0,-1 0 0,0-2 0,1-1 0,1 1 0,-5-2 0,3 3 0,-2 0 0,2 1 0,3 0 0,-2-2 0,-1 1 0,-2-1 0,4 2 0,2 0 0,10 0 0,8 0 0,1 0 0,-5 0 0,-9-2 0,-9 2 0,-3-4 0,-1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32.40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1 470 16383,'7'-11'0,"0"1"0,-6 5 0,3 3 0,-4-6 0,2 5 0,0-5 0,-2 3 0,2 1 0,0-2 0,-1 1 0,2-3 0,0-2 0,2 3 0,-3-5 0,2 9 0,-3-2 0,2 0 0,-2 1 0,1-3 0,-2 1 0,0 1 0,0-1 0,0 0 0,0-1 0,0 0 0,0 1 0,0 2 0,2-2 0,-2 1 0,2-1 0,-2-1 0,0 3 0,0-3 0,0 1 0,0 1 0,0-1 0,0-2 0,0 3 0,0-9 0,0 9 0,0-5 0,0 6 0,0-2 0,0 1 0,0-1 0,0 0 0,0 1 0,0-1 0,0-1 0,2 3 0,-2-3 0,2 1 0,-2 1 0,0-3 0,0 3 0,0-1 0,0 0 0,0 1 0,0-1 0,0 0 0,0 1 0,0-1 0,0-1 0,0 3 0,0-3 0,0 1 0,0 1 0,0-1 0,0 0 0,0 1 0,0-1 0,0 0 0,0 1 0,0-1 0,2 1 0,-1-1 0,4 20 0,-4-10 0,3 17 0,-4-13 0,0 1 0,0-1 0,0 1 0,0 0 0,0-1 0,0 1 0,0-1 0,0 4 0,0-3 0,0 3 0,0 0 0,0-3 0,0 3 0,-2-4 0,1 1 0,0-1 0,-1 1 0,1-1 0,-1 4 0,0-3 0,2 3 0,-4 0 0,1-3 0,-2 6 0,1-6 0,1 3 0,-1-3 0,2-3 0,-1 2 0,1-1 0,0 0 0,2-1 0,-2-2 0,0 0 0,2 2 0,-2-1 0,0 1 0,-1-1 0,1-1 0,0 2 0,2-1 0,0 1 0,7-21 0,-3 8 0,6-15 0,-3 1 0,-2 10 0,1-10 0,-4 14 0,-2-1 0,2 3 0,-2-1 0,4 2 0,-4-1 0,4-1 0,-3 1 0,2-3 0,0 1 0,1-1 0,0-1 0,0 2 0,1-1 0,-1 3 0,-2-1 0,2 2 0,-2 0 0,3-1 0,1-3 0,-1 3 0,-1-3 0,0 3 0,-4 1 0,4 0 0,-2-3 0,2 5 0,1-6 0,1 7 0,-2-5 0,3 4 0,-1-3 0,-1 1 0,1 2 0,-2-2 0,0 1 0,2-1 0,-1 0 0,1 1 0,-2 2 0,3 1 0,-3 0 0,2 0 0,0 0 0,1 0 0,0 0 0,1 0 0,-2 0 0,1 0 0,1 0 0,-3 0 0,3 0 0,-3 0 0,1 0 0,0 0 0,-1 0 0,1 0 0,0 1 0,1 2 0,-1-1 0,0 2 0,-1-4 0,-1 4 0,2-3 0,-1 2 0,1-2 0,-2 5 0,0-5 0,0 6 0,-1-4 0,1 3 0,-2 0 0,2-1 0,-1 1 0,0-2 0,0 0 0,1 1 0,0-1 0,-1 0 0,2 0 0,-4 1 0,5-1 0,-4 0 0,1 0 0,0 1 0,-2 1 0,3-2 0,-4 3 0,4-3 0,-4 2 0,4-1 0,-4 1 0,2-2 0,-2 2 0,0 1 0,0-1 0,0 3 0,0-3 0,0 1 0,0 1 0,0-1 0,0-1 0,0 0 0,0-1 0,0 1 0,0-2 0,0 3 0,0-1 0,0-2 0,-2 3 0,2-1 0,-4-1 0,4 1 0,-4 0 0,3 0 0,-3 1 0,2 1 0,-2-3 0,-1 1 0,1-2 0,0 2 0,1-1 0,0 1 0,0-1 0,1-1 0,-2 0 0,2 0 0,-1 2 0,-1-3 0,2 5 0,0-5 0,-2 3 0,3 2 0,1-5 0,3 5 0,1-6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33.981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252 14 16383,'-16'-5'0,"0"1"0,11 4 0,1-2 0,-2 2 0,1-2 0,-4 2 0,1 0 0,1 0 0,-4 0 0,5 0 0,-5 0 0,1 2 0,3-1 0,-5 1 0,7 0 0,-3-2 0,4 4 0,-3-3 0,1 2 0,1 0 0,-1 1 0,-3 1 0,3-1 0,-3-1 0,6 0 0,-1 0 0,2 3 0,-2-1 0,-1 3 0,3-4 0,-2 4 0,2-1 0,-1 0 0,-3 4 0,5-4 0,-4 5 0,5-3 0,-2-3 0,2 2 0,-2 7 0,2-6 0,0 8 0,0-13 0,0 3 0,-2 1 0,1-1 0,-1 1 0,2 0 0,0-1 0,0 2 0,-2-1 0,2 1 0,-2-5 0,2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36.199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1132 16383,'0'16'0,"2"-4"0,-2-4 0,7 2 0,-6-1 0,6 1 0,-5-4 0,2-1 0,0-3 0,1 2 0,-1-2 0,2 4 0,-1-1 0,1 1 0,-2-2 0,0 1 0,1-1 0,-1 0 0,0 0 0,0-1 0,1 0 0,-1 0 0,2 1 0,1-2 0,-1 2 0,2-2 0,-1 1 0,2 1 0,-3-4 0,2 4 0,-3-2 0,3 1 0,-3 0 0,1-2 0,-2 1 0,4-2 0,-3 0 0,5 0 0,-5 0 0,1 0 0,0-2 0,-1 1 0,1-3 0,-1 2 0,-1-2 0,0-1 0,0 1 0,0 2 0,1-2 0,-1 1 0,0-1 0,0 0 0,1-1 0,-1-1 0,-2 1 0,2-1 0,-3 2 0,0 0 0,-1-3 0,2 1 0,1 1 0,-1-1 0,2 4 0,-2-3 0,0-1 0,0 1 0,-2-1 0,2 2 0,-1-2 0,1 1 0,-2-1 0,0-1 0,0 1 0,1-3 0,0 0 0,1 3 0,-2-1 0,0 1 0,0 1 0,0-3 0,2 3 0,-2-3 0,2 1 0,0-1 0,-2-1 0,2 1 0,-2 1 0,0-1 0,0 1 0,0 0 0,0-1 0,0 3 0,0-1 0,0 0 0,0 1 0,0-3 0,0 3 0,0-3 0,0-2 0,0 1 0,0-3 0,0 3 0,0 3 0,0-3 0,0 3 0,0-3 0,0 2 0,0-1 0,0 1 0,0-1 0,0-1 0,0 1 0,0-4 0,0-1 0,0 1 0,0-3 0,0 5 0,0-1 0,0-1 0,0 2 0,0-1 0,0 2 0,0 0 0,0 1 0,0-1 0,0-3 0,0 0 0,0-4 0,0 0 0,0 1 0,3-6 0,-2 4 0,2-4 0,-3 5 0,0 0 0,0 1 0,0-1 0,0 0 0,0 4 0,0-3 0,0 7 0,0-3 0,0 6 0,0-1 0,0 0 0,0-1 0,0 0 0,0 1 0,0 2 0,0-2 0,0-1 0,0 0 0,0 1 0,0 2 0,0-3 0,0 3 0,0-3 0,0 1 0,0-1 0,2 1 0,-1-11 0,0 10 0,-1-9 0,0 11 0,0-3 0,0 3 0,0-1 0,0-1 0,0 1 0,0-1 0,0-10 0,0 10 0,0-9 0,0 9 0,0-2 0,0 1 0,0 1 0,0 1 0,0 0 0,0 1 0,0-3 0,0 3 0,0-3 0,0 1 0,0 0 0,0-1 0,0 1 0,0 1 0,0-3 0,0 3 0,-1-1 0,0-1 0,-1 3 0,2-3 0,0 1 0,0-1 0,0-4 0,0 2 0,0-1 0,-2 4 0,2-1 0,-2 3 0,2-1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43.647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1582 1 16383,'-14'34'0,"-2"4"0,-10 13 0,1-8 0,0-2 0,1-10 0,9-9 0,-7 11 0,7-11 0,-10 22 0,1-6 0,-6 13 0,0-8 0,-2 9 0,3-4 0,4-2 0,0-1 0,-10 12 0,3-11 0,-4 7 0,8-16 0,4-2 0,0 2 0,3 8 0,1-4 0,3 14 0,-4-7 0,2 20 0,-3-8 0,-1 19 0,-2-1 0,-4 15 0,-1 1 0,0 1 0,-4-2 0,4 0 0,-4-4 0,14-36 0,0-1 0,-7 39 0,5-42 0,1 1 0,-5 43 0,7-45 0,-1-1 0,-10 47 0,-4 0 0,8-1 0,-2-9 0,8 8 0,-8-5 0,7 3 0,-8 3 0,9-5 0,-9 5 0,8-4 0,7-40 0,0 1 0,-7 44 0,8-34 0,1 2 0,3-10 0,2 1 0,-1 10 0,1 0 0,1 33 0,-2 3 0,7-47 0,0 0 0,-7 40 0,5-38 0,0 1 0,-7 34 0,1 4 0,-1 0 0,4-3 0,-3 8 0,8-9 0,-3 5 0,4-1 0,0 1 0,2-36 0,0 0 0,4 41 0,-2-39 0,2 0 0,8 36 0,-8-44 0,0 1 0,8 41 0,-4 5 0,-1-10 0,1 4 0,-5-38 0,0 0 0,5 43 0,-5-40 0,0 0 0,0-8 0,0 0 0,2 0 0,1 0 0,-3 2 0,1 1 0,1-2 0,0-1 0,-2 3 0,0-1 0,0-1 0,0-2 0,0 1 0,0 0 0,0 0 0,0 0 0,0 45 0,4 3 0,-8-9 0,4 5 0,-3-35 0,0 2 0,1-11 0,0 1 0,0 12 0,0 0 0,6 32 0,-4 4 0,0-37 0,2-9 0,0 2 0,0 22 0,-2-24 0,0 1 0,4 37 0,-3-9 0,7-11 0,-3 9 0,4-9 0,-1-1 0,-2 5 0,6-5 0,-2 6 0,0 0 0,2-6 0,-6 5 0,2-10 0,-4 4 0,0-5 0,0-1 0,0-4 0,0-2 0,3-5 0,-3-6 0,7-1 0,-7-5 0,5-6 0,-6-1 0,2-5 0,-3-1 0,0 1 0,-4 0 0,4 5 0,0-4 0,1 4 0,5-6 0,-5 1 0,6 5 0,-6-4 0,2 4 0,-3-5 0,0-1 0,0 1 0,0 5 0,0-4 0,1 4 0,2-6 0,0 1 0,1 0 0,7 1 0,-7-1 0,8 2 0,-9-8 0,-1-1 0,0 0 0,-3-4 0,3 9 0,-3-9 0,4 9 0,-4-9 0,5 4 0,-1 0 0,2 2 0,-2-1 0,3 4 0,-7-9 0,3 4 0,0 0 0,-2 1 0,6 6 0,-7-6 0,4 5 0,-2-10 0,-1 9 0,3-9 0,-3 4 0,0-6 0,3 12 0,-4-9 0,4 8 0,-4-5 0,0-4 0,3 9 0,0-9 0,3 4 0,-4 0 0,2-4 0,-1 4 0,3 0 0,0 1 0,-1 6 0,3 5 0,1-2 0,2 8 0,6-3 0,-7-2 0,7 1 0,-4-5 0,0 0 0,3-4 0,-8 1 0,3-2 0,-3 2 0,4 3 0,-5-7 0,10 6 0,-10-6 0,5 7 0,1-1 0,-5-1 0,5 2 0,-1-1 0,0-4 0,1 4 0,-2-4 0,1 4 0,-3-1 0,14 19 0,-8-10 0,9 15 0,-6-16 0,-1-1 0,0-8 0,-1-2 0,-1-4 0,-8-5 0,1-2 0,-10-6 0,1 1 0,-2-1 0,-2-1 0,3 1 0,-4-1 0,4 1 0,-2 1 0,2-3 0,1 6 0,-1-5 0,1 3 0,0 1 0,1-4 0,2 8 0,-1-5 0,1 1 0,-5-4 0,3-1 0,-6-21 0,2 12 0,-2-15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46.10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51 0 16383,'-4'57'0,"1"-10"0,1-30 0,2 2 0,0 14 0,0 28 0,0-25 0,0 44 0,0-37 0,0 27 0,0-12 0,0-1 0,4-5 0,-3-6 0,3-6 0,-4-2 0,-4 2 0,-1 6 0,0 6 0,-2 5 0,2-4 0,0 10 0,1-16 0,4 4 0,0-22 0,0 2 0,0-17 0,0 3 0,0-10 0,0 1 0,0-3 0,0 1 0,-5-18 0,2 6 0,-3-9 0,4 11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46.87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1 105 16383,'20'4'0,"0"-1"0,1-1 0,-4-2 0,9 0 0,-4 0 0,33 0 0,-10 0 0,17 0 0,-12 0 0,-14 0 0,8 0 0,-15 0 0,25 0 0,-26 0 0,14 0 0,-21 0 0,1-3 0,44-2 0,-29 1 0,28-4 0,10-2 0,-3 0 0,-17 0 0,1 1 0,32-2 0,-13-7 0,-21 9 0,-16 0 0,-22 4 0,-9 4 0,-5-1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46.93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0 16383,'0'0'0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47.462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17 16383,'55'-9'0,"-6"4"0,-21 2 0,-1 3 0,-11 0 0,-4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47.77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0 16383,'49'0'0,"-16"0"0,8 0 0,-21 0 0,-13 0 0,3 0 0,-4 2 0,9-1 0,-1 0 0,18-1 0,-3 0 0,37 0 0,-20 0 0,10 0 0,-19 0 0,-24 0 0,7 0 0,-17-1 0,-1 0 0,-2-1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48.90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0 16383,'0'19'0,"0"-1"0,3-2 0,-3-1 0,2 6 0,1 2 0,-2-1 0,2 4 0,0-4 0,-2 1 0,2 3 0,-3-4 0,0 6 0,0-6 0,4 10 0,-3-8 0,2 9 0,-3-6 0,0-4 0,0-3 0,0-7 0,0-1 0,0-4 0,0-1 0,0-1 0,0-2 0,0 6 0,0-4 0,0-27 0,0 9 0,4-37 0,7-3 0,-1 7 0,9-18 0,-8 29 0,0 6 0,0 7 0,-7 5 0,2 4 0,-3 0 0,-1 5 0,2-1 0,5-4 0,-2-1 0,12-7 0,-2 4 0,4-4 0,3 2 0,-5 2 0,-5 4 0,-2 5 0,-7 2 0,0 3 0,0 0 0,1 2 0,3 0 0,-2 0 0,1 0 0,-4 0 0,2 0 0,1 0 0,-1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50.95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299 61 16383,'-11'-17'0,"2"6"0,3 7 0,2 1 0,-3-1 0,3 2 0,-3-2 0,3 1 0,0 1 0,-1-2 0,-1 4 0,1-4 0,-3 3 0,1-1 0,-4 2 0,1 0 0,-2 0 0,4 0 0,-1 4 0,1-3 0,-1 5 0,2-4 0,1 2 0,0 1 0,1-1 0,-3 2 0,3-1 0,-3 3 0,3-3 0,-3 3 0,1-2 0,-2 6 0,1 0 0,-1 1 0,1 2 0,1-3 0,-2 1 0,4-2 0,-1-2 0,1-1 0,1 1 0,2 0 0,-3 2 0,5 2 0,-3 2 0,3 1 0,0 5 0,0-4 0,0 4 0,3 0 0,3-4 0,0 4 0,3-9 0,-4 0 0,4-4 0,-3 1 0,3 0 0,-1-1 0,4-1 0,-3 1 0,3-3 0,-3 2 0,-1-5 0,1 2 0,-1-2 0,1 0 0,-1 2 0,1-1 0,-1 1 0,1 0 0,0 0 0,-1-1 0,1-1 0,-3-2 0,2 1 0,-3 0 0,6 1 0,-3-2 0,7-3 0,-6-1 0,6-2 0,-6-2 0,3 3 0,0-4 0,-5 2 0,4 0 0,-6-2 0,1 3 0,-2-3 0,1 0 0,-1 1 0,0-1 0,-2-3 0,2 3 0,-2-3 0,3 0 0,-1 3 0,-1-3 0,1 0 0,-1 3 0,0-6 0,-2 6 0,-1-1 0,3-1 0,-3 0 0,3-5 0,-3 4 0,0-3 0,-2 5 0,1-1 0,-1 4 0,-2 1 0,4 1 0,-8 1 0,5-2 0,-3 3 0,0-5 0,3 5 0,-3-1 0,2-2 0,-1 3 0,0-3 0,2 2 0,0 2 0,-1-4 0,0 5 0,-1-3 0,-1 2 0,1 2 0,-1-2 0,2 0 0,-1-1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52.818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93 16383,'5'14'0,"-2"-1"0,-3-6 0,2 2 0,-1-1 0,1 1 0,0-1 0,2 15 0,-2-8 0,2 11 0,-2-13 0,-2 1 0,2 4 0,-2-1 0,0 4 0,0-5 0,0 5 0,0 1 0,-2 0 0,1 5 0,-1-11 0,2 5 0,0-5 0,0-4 0,0 0 0,0-5 0,0-1 0,0-2 0,2-21 0,0 7 0,1-24 0,2 12 0,3-11 0,1-7 0,3-12 0,-7-1 0,-1 7 0,-4 12 0,0 13 0,0 6 0,-3-1 0,3 4 0,-3 0 0,3 0 0,0 3 0,2-3 0,1 0 0,3 3 0,1-3 0,2 5 0,-2-1 0,-1 3 0,-2 1 0,0 2 0,2 2 0,4 4 0,-2-1 0,3 2 0,-7-3 0,3-1 0,-3 0 0,2 1 0,-1-2 0,1 0 0,0 2 0,1-2 0,1 4 0,9 3 0,-8-2 0,16 5 0,-16-6 0,6 0 0,-9-1 0,-4 0 0,2 1 0,-3 2 0,4 9 0,-3-4 0,4 6 0,-4-5 0,5 0 0,-6 4 0,5-6 0,-2 10 0,-2-11 0,1 8 0,-1-9 0,-1 4 0,1-3 0,-2 1 0,0-2 0,0-1 0,0-1 0,0 1 0,0-3 0,0 2 0,0 1 0,0-1 0,0 2 0,0 2 0,0-2 0,0 1 0,0-5 0,0 0 0,0 2 0,0-1 0,0 3 0,0-3 0,0 1 0,0 0 0,0-1 0,0 3 0,0-3 0,-2 3 0,1-2 0,-1 3 0,0 0 0,2-1 0,-2-3 0,2-1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54.131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1 16383,'3'16'0,"-1"-1"0,-2-8 0,0 5 0,3 6 0,1 15 0,0-3 0,0 8 0,-4-15 0,3 3 0,-2-9 0,2 4 0,-3-6 0,0 1 0,0 0 0,0 5 0,0 1 0,0 5 0,0-4 0,0 3 0,0-9 0,0 1 0,0-8 0,0-2 0,0-2 0,0 3 0,0-3 0,0 1 0,0-1 0,0 0 0,0 3 0,-2 0 0,2 2 0,-2 2 0,2-1 0,0-2 0,0-2 0,0-1 0,-2 1 0,1-1 0,-1 1 0,2-1 0,0 1 0,4 15 0,0-3 0,2 5 0,0 0 0,1 5 0,2-5 0,-1 12 0,4-9 0,-5-5 0,3 4 0,-7-12 0,1-2 0,-3-2 0,0 1 0,-1 0 0,3 4 0,-3 0 0,3-1 0,-1 1 0,1 5 0,1-7 0,1 6 0,-3-13 0,1 4 0,-1-4 0,0 0 0,-2-1 0,2-2 0,-2 2 0,3 4 0,-3-3 0,2 5 0,-2-8 0,0 4 0,0-3 0,2 3 0,-1-3 0,1 1 0,-2-2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54.94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0 16383,'18'3'0,"1"-1"0,-1-2 0,9 0 0,8 0 0,-1 0 0,4 3 0,18-2 0,-25 3 0,13-4 0,-36 0 0,-1 0 0,6 0 0,-7 0 0,7 0 0,-6 0 0,10 0 0,13 3 0,-5 1 0,3 0 0,-16-2 0,-3 0 0,-1-1 0,-1 2 0,-1-2 0,-2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57.64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12 344 16383,'18'5'0,"1"-1"0,-11-1 0,6 1 0,-8-3 0,5 1 0,-4-2 0,1 0 0,1 0 0,-3-2 0,0 2 0,-1-2 0,-1 0 0,2 2 0,-1-2 0,1 2 0,2 0 0,-5-2 0,5 1 0,-4-3 0,1 2 0,1-2 0,-2-1 0,0 3 0,1-2 0,-1 0 0,0-1 0,-2-1 0,2 1 0,-1-1 0,3 1 0,-2-1 0,5 0 0,-5-1 0,4-1 0,-5 1 0,3 1 0,-4 1 0,1 1 0,0 0 0,0-1 0,-1 1 0,4 0 0,-5-1 0,4 1 0,-2 0 0,-1-1 0,2 1 0,-4-2 0,2 1 0,-2-12 0,0 11 0,0-11 0,0 10 0,0 0 0,0-1 0,0 2 0,0-1 0,0-1 0,0 1 0,-2-2 0,0 1 0,-1 1 0,0-1 0,-3-2 0,1 3 0,0-3 0,1 6 0,2-2 0,-2 3 0,1-3 0,0 4 0,0-3 0,-1 1 0,-1 2 0,-1-2 0,1 3 0,-1-1 0,2 0 0,0 2 0,-3-2 0,1 0 0,-1 0 0,-1-1 0,3 1 0,-1 2 0,-1 0 0,3 0 0,-3 0 0,-1 0 0,1 2 0,-3 1 0,1 1 0,-3 3 0,-4 2 0,2-1 0,-1 0 0,10-3 0,-1-1 0,6 0 0,-4 0 0,1 3 0,-1-3 0,0 2 0,-1 1 0,1 2 0,-1-1 0,0 6 0,1-6 0,-1 3 0,3 1 0,0-5 0,0 5 0,1-6 0,-1 6 0,2 6 0,3-1 0,7 27 0,-1-23 0,5 23 0,-6-22 0,-2-3 0,1 7 0,-3-17 0,0 5 0,-2-10 0,-2 3 0,0-3 0,0 4 0,0 2 0,2 3 0,3 2 0,1 1 0,1 0 0,0-4 0,-2 0 0,3-4 0,-3-1 0,1-1 0,-2 0 0,1 1 0,-1-1 0,0 3 0,0-3 0,3 1 0,2-1 0,4 1 0,-1-1 0,0-1 0,-3-1 0,-1-4 0,-1 2 0,-1-2 0,-2 0 0,2 0 0,1 2 0,-1 0 0,3 1 0,-5 0 0,2-2 0,-1 1 0,1-2 0,-1 0 0,3 0 0,-4 0 0,2 0 0,1 0 0,-3 0 0,2 0 0,1 0 0,-3 0 0,2 0 0,0 0 0,-1 0 0,1 0 0,0-2 0,4-1 0,3-4 0,13-4 0,-8 3 0,16-11 0,-10 0 0,3-4 0,1-17 0,-16 23 0,0-8 0,-12 23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1:00.30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16 48 16383,'2'41'0,"1"-18"0,-3 13 0,0-22 0,0 13 0,0-5 0,0 0 0,0-1 0,0 0 0,0-7 0,0 6 0,0-11 0,0 1 0,0-2 0,0-1 0,-3 10 0,0-6 0,-3 4 0,4-7 0,0-2 0,0 1 0,2-1 0,-2-2 0,2 5 0,0-2 0,0 3 0,2-1 0,-2-3 0,4 0 0,-2 1 0,5 2 0,-4 1 0,4 1 0,-5-4 0,1 1 0,0-3 0,-2 1 0,1-2 0,-2 2 0,0 1 0,0 0 0,0-1 0,0-2 0,2 2 0,-2-1 0,2 6 0,-2-3 0,0 1 0,2-3 0,-4-28 0,3-5 0,-3-21 0,5 2 0,2 7 0,2 4 0,2-14 0,-5 23 0,2-8 0,-6 22 0,2 3 0,-2 1 0,0-4 0,2-1 0,-1-2 0,3-1 0,2 0 0,0-5 0,6-6 0,-7 6 0,4-1 0,-8 15 0,2 1 0,5 1 0,2-2 0,6-1 0,5-4 0,-7 2 0,3 1 0,-11 2 0,-1 3 0,-2 0 0,2 1 0,-1 1 0,4 2 0,-3 0 0,1 0 0,0-1 0,-1 0 0,1-1 0,-2 6 0,15 7 0,-6 0 0,8 5 0,-11-7 0,1 1 0,-5-3 0,3 0 0,-5-1 0,-1-2 0,-2 4 0,1-3 0,-1 1 0,1 1 0,0 1 0,0-1 0,0 12 0,0-7 0,-2 3 0,3 5 0,-2-11 0,4 6 0,-5-7 0,2-3 0,-2 1 0,0 2 0,0-3 0,3 8 0,-3-7 0,5 8 0,-5-8 0,7 10 0,-6-10 0,5 5 0,-6-7 0,2 0 0,0 3 0,-1 2 0,0 1 0,1-1 0,-1 8 0,1-10 0,-2 9 0,0-11 0,2 1 0,-2 0 0,2-1 0,-2 3 0,0-3 0,0 1 0,2 3 0,-1-3 0,1 3 0,-2-5 0,0 1 0,0 1 0,0 5 0,0-1 0,0 2 0,-2-4 0,2-3 0,-2 1 0,2-2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1:02.379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293 540 16383,'-12'-4'0,"1"1"0,8 1 0,-1 2 0,-4 0 0,1 0 0,-2 0 0,3 0 0,0-1 0,-1 0 0,-2-1 0,3 2 0,-3 0 0,5 0 0,-3 0 0,1 0 0,1-2 0,-1 2 0,0-2 0,-1 2 0,-5 2 0,-7 1 0,2 2 0,-3 0 0,8-2 0,4 2 0,-1-2 0,0 3 0,1-1 0,1 1 0,-1-2 0,-1 13 0,1-10 0,2 13 0,4-13 0,2 5 0,0 0 0,0 1 0,0 8 0,0-4 0,0 4 0,0 0 0,0-4 0,0 9 0,0-9 0,0 10 0,3-5 0,2 0 0,2-1 0,0-5 0,-1 5 0,-1-7 0,1 3 0,-2-9 0,0 1 0,2-1 0,-1-1 0,1 1 0,-2-3 0,1 3 0,1-4 0,-1 3 0,1-3 0,0 0 0,-1-2 0,1 0 0,0 0 0,-1-1 0,1 1 0,2-2 0,-1 0 0,6 0 0,0 0 0,8 0 0,1-4 0,6 1 0,-6-4 0,-6 4 0,-7 0 0,-4 2 0,-1-2 0,2-1 0,1-1 0,-1 1 0,5-3 0,-3 0 0,3-2 0,-1-3 0,-3 3 0,2-6 0,-4 5 0,5-5 0,-5 3 0,0 1 0,0-3 0,-4 8 0,3-5 0,-4 6 0,2-1 0,-2 0 0,2 1 0,-2-3 0,2-2 0,-2 2 0,-3-11 0,3 10 0,-6-12 0,6 12 0,-3-6 0,3 6 0,-2-6 0,1 7 0,-1-17 0,0 15 0,-2-32 0,1 26 0,-9-32 0,7 23 0,-11-24 0,8 18 0,-8-23 0,10 28 0,-5-22 0,8 29 0,-5-23 0,4 25 0,-3-30 0,6 31 0,-7-27 0,7 28 0,-6-21 0,6 24 0,-5-19 0,3 20 0,-2-6 0,2 8 0,-1 3 0,4-1 0,-2 3 0,2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5.149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1210 1 16383,'-23'6'0,"-5"2"0,-5-3 0,-23 2 0,-9 3 0,-14-1 0,-4 2 0,-1 0 0,-14-4 0,-1 3 0,6-4 0,41-3 0,1 0 0,-35 7 0,21-8 0,-12 3 0,32-1 0,-4-3 0,17 4 0,23-3 0,6 1 0,3 4 0,0-1 0,0 4 0,0-5 0,0 3 0,0 9 0,0-6 0,0 20 0,0-19 0,0 9 0,4-1 0,-3-7 0,3 24 0,-4-22 0,0 15 0,9 5 0,-7-12 0,17 41 0,-16-39 0,6 26 0,-9-5 0,0-14 0,0 19 0,0-31 0,0 2 0,0 8 0,0-15 0,0 12 0,0 0 0,0-9 0,0 33 0,0-28 0,0 15 0,0 0 0,0-14 0,0 20 0,0-27 0,0 3 0,0 1 0,0-4 0,0 14 0,0-17 0,0 6 0,0-8 0,0-1 0,0 7 0,0-9 0,0 5 0,0-3 0,0-2 0,0 15 0,0-14 0,0 11 0,0-1 0,0-9 0,0 9 0,0-8 0,0-4 0,-2 6 0,1-6 0,-1 6 0,2-3 0,0 3 0,0-3 0,0 15 0,0-7 0,0 8 0,0-12 0,0-7 0,0-1 0,0-2 0,0 0 0,-2 0 0,1 13 0,-3-8 0,3 15 0,-1-14 0,2 3 0,-3 0 0,2-5 0,-4 0 0,5-5 0,-3-1 0,8 4 0,-2-3 0,2 3 0,0-7 0,-5 7 0,3-1 0,-3 2 0,0-1 0,0-2 0,0 0 0,0 0 0,0 0 0,-3 0 0,12-2 0,-7 0 0,12-3 0,-8 0 0,4 0 0,1 0 0,11 0 0,-2 0 0,12 0 0,1 0 0,8 0 0,1 0 0,4 0 0,27-6 0,-17 5 0,24-4 0,-46 5 0,-2-3 0,-19 2 0,4-2 0,-10 3 0,4 0 0,0 3 0,8 1 0,21 9 0,3-7 0,-6 6 0,-10-12 0,-19 2 0,2-2 0,8 0 0,-5 0 0,30 0 0,-27 0 0,15 0 0,-23 0 0,-3 0 0,0 0 0,0 0 0,0-2 0,0-1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6.798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1 16383,'26'0'0,"2"0"0,11 0 0,-4 0 0,-2 0 0,-1 0 0,-12 0 0,12 0 0,1 0 0,2 4 0,11-3 0,-5 6 0,1-2 0,-3 0 0,-11-1 0,-6-4 0,-10 0 0,-2 0 0,-4 0 0,1 0 0,-2 0 0,0 0 0,0 0 0,0 0 0,0 0 0,1 0 0,-1 0 0,0 2 0,0-1 0,0 1 0,0-2 0,0 0 0,0 0 0,0 0 0,0 0 0,1 0 0,3 2 0,4 1 0,1 0 0,1-1 0,-7-2 0,-1 0 0,1 0 0,-3 0 0,3 0 0,-3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8.37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47 1 16383,'3'13'0,"-1"2"0,-2-7 0,0 0 0,3 5 0,-2 13 0,1 15 0,-2 21 0,0-17 0,0 25 0,-5-6 0,4-4 0,-4 25 0,0-34 0,4 24 0,-4-24 0,5 40 0,0-16 0,0-16 0,0 0 0,0 16 0,0-22 0,0-2 0,0 10 0,-4 16 0,0-30 0,-1-19 0,-1-4 0,2-7 0,-1 19 0,3-14 0,2 14 0,0-3 0,0-8 0,0 5 0,-3-18 0,3 2 0,-3-6 0,6-1 0,-3-2 0,3 0 0,-3 0 0,0 3 0,0-3 0,0 9 0,0-8 0,0 8 0,0-8 0,0-4 0,0-2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0.93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81 16383,'13'0'0,"2"0"0,-7-2 0,0 1 0,1-3 0,-3 1 0,7-3 0,-4 1 0,9-1 0,-3 0 0,4 0 0,0-4 0,-1 4 0,-3-1 0,-3 4 0,-4 3 0,-3 0 0,0-2 0,2 2 0,1-3 0,0 1 0,2 1 0,-4-3 0,1 3 0,-2-1 0,0 2 0,0 0 0,3 0 0,0 0 0,2 2 0,0 1 0,0 0 0,1 1 0,-3-3 0,-1 3 0,1-1 0,-3 2 0,5 0 0,-2 3 0,2-2 0,0 3 0,1-3 0,1 8 0,-1-7 0,8 14 0,-9-14 0,6 9 0,-10-10 0,3 4 0,-3-2 0,4 0 0,-4 1 0,3-3 0,-3 1 0,1-1 0,-2-1 0,0 0 0,1 0 0,-1 2 0,2 1 0,1 3 0,0-1 0,-1-2 0,-1-1 0,-1-2 0,0 0 0,-2 0 0,1 1 0,-1-1 0,2 0 0,-2 2 0,1-1 0,-1 4 0,2-2 0,0 0 0,-2 1 0,2-3 0,-5 1 0,3-2 0,-3 3 0,0 0 0,0 2 0,2 0 0,-2 4 0,3 1 0,-3 4 0,0 0 0,0-4 0,0-1 0,0-6 0,0-1 0,0 1 0,0-3 0,0 5 0,0-2 0,-3 6 0,-1 1 0,1 0 0,-2-1 0,4-4 0,-3 1 0,3-3 0,-1-1 0,-1-2 0,1 0 0,-1 0 0,-2 3 0,2 0 0,-2 2 0,0 0 0,0 1 0,-1-3 0,1-1 0,0-2 0,2 0 0,-1-2 0,1 2 0,-5-3 0,2 4 0,-1 1 0,-1-1 0,3 1 0,-3-2 0,1 0 0,1 3 0,-4-5 0,2 4 0,0-4 0,-2 2 0,2 0 0,-2-2 0,-4 2 0,2-2 0,-6 3 0,3-3 0,3 2 0,-2-5 0,8 3 0,-4-3 0,5 2 0,-3-2 0,1 5 0,-1-5 0,0 5 0,-2-2 0,4 0 0,-4-1 0,4-2 0,-1 2 0,2-1 0,0 1 0,-1-2 0,1 0 0,0 0 0,-3 0 0,3 0 0,-5 0 0,4 0 0,-1 0 0,1 0 0,1 0 0,0 0 0,0 0 0,0 0 0,-3 0 0,5 2 0,-4-1 0,2 1 0,-1-2 0,-2 0 0,3 0 0,-2 0 0,1 0 0,-4 0 0,4 0 0,-3 0 0,3 0 0,-2 0 0,3 0 0,0-2 0,0 1 0,0-1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41.157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1526 1 16383,'-2'16'0,"-1"1"0,1-14 0,1 6 0,-3-5 0,3 3 0,-1-2 0,2 0 0,0 1 0,-5 5 0,4-5 0,-5 5 0,4-5 0,2-1 0,-3 2 0,3-1 0,-2 1 0,1 1 0,-3-3 0,1 3 0,0-3 0,1 0 0,-1 0 0,0 6 0,0-2 0,-2 3 0,4-3 0,-3-1 0,3 3 0,-3-1 0,1-2 0,0 2 0,-2-2 0,2 0 0,-2 1 0,0-3 0,0 4 0,-1-2 0,4 0 0,-3 1 0,2-3 0,0 1 0,-1-1 0,3-1 0,-4 0 0,5 0 0,-5 0 0,5 0 0,-5 0 0,2 0 0,-2 0 0,2 0 0,-2 1 0,3-1 0,-4 0 0,4 0 0,-3 2 0,2-1 0,0 1 0,-1-2 0,3 1 0,-4-1 0,2 0 0,1 2 0,-3-3 0,4 2 0,-3 0 0,1-1 0,0 3 0,-2-6 0,5 5 0,-5-3 0,2 3 0,0-2 0,-1 0 0,3 0 0,-3 0 0,3 1 0,-4 1 0,3-1 0,-4 1 0,4-2 0,-3 0 0,4 0 0,-3 0 0,1 1 0,-2-1 0,2 0 0,-2 0 0,5 0 0,-5 0 0,2-2 0,-2 4 0,0-6 0,0 8 0,-3-3 0,2 2 0,-1 1 0,-1-3 0,3 4 0,-3-5 0,2 9 0,1-7 0,-1 4 0,1-6 0,0-2 0,2 3 0,-2-4 0,3 7 0,-4-6 0,4 5 0,-3-6 0,2 3 0,-2-2 0,-3 4 0,3-1 0,-3-1 0,3-1 0,0-1 0,0 2 0,-3 3 0,2-3 0,-1 5 0,-1-2 0,3 0 0,-3 0 0,3-3 0,-3 0 0,3-2 0,-3 1 0,3-1 0,0 0 0,0 1 0,-1-1 0,1 0 0,0 2 0,-3-5 0,3 5 0,-3-3 0,3 1 0,-2 2 0,1-5 0,-2 5 0,3-5 0,0 5 0,2-2 0,-2 2 0,2-2 0,-2 1 0,-2-1 0,1 0 0,-4 1 0,4-3 0,-1 4 0,-1-3 0,3 1 0,-3 2 0,3-2 0,0-1 0,-3 3 0,0-4 0,0 3 0,-2-3 0,2 1 0,-2 0 0,-4-1 0,-1 4 0,0-5 0,-3 3 0,6-3 0,-2 0 0,4 0 0,0 0 0,-1 0 0,-3 0 0,-1 0 0,-10 0 0,4 0 0,-10 0 0,10 0 0,-4 0 0,10 0 0,1 0 0,3 0 0,1 0 0,2 0 0,-2 0 0,2 0 0,-2 0 0,-1 0 0,1 0 0,-1-2 0,1 1 0,0-1 0,2 2 0,-6 0 0,7-2 0,-6 1 0,5-3 0,-6 0 0,2 1 0,-6-2 0,7 4 0,-3-4 0,3 4 0,1-3 0,2 3 0,1-4 0,-1 2 0,2-2 0,-1 0 0,-5-3 0,6 2 0,-8-3 0,6 2 0,0 3 0,-2-5 0,5 8 0,-3-6 0,5 4 0,-1-2 0,1-3 0,0 3 0,-4-3 0,3 1 0,-3-1 0,-1-1 0,3 0 0,-5 1 0,4 0 0,1-2 0,0 4 0,2-2 0,1 3 0,-3 0 0,4 0 0,-3 0 0,1-3 0,-5 2 0,3-3 0,-3 1 0,3 0 0,-3-2 0,3 4 0,-1-2 0,2 3 0,3 0 0,-1 0 0,0 0 0,-1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42.07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0 243 16383,'11'-11'0,"1"2"0,-4 3 0,0-1 0,2 1 0,-2-1 0,0 1 0,2-1 0,-2 1 0,2-4 0,-2 2 0,2 0 0,-3-2 0,4 2 0,-1 0 0,-2 1 0,-1-1 0,-1 3 0,1-3 0,-1 3 0,3-3 0,-3 3 0,4-3 0,-5 1 0,5 1 0,-4-4 0,1 4 0,1-4 0,-2-1 0,1 2 0,-3-3 0,-2 12 0,-2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43.229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1 16383,'0'29'0,"3"-2"0,1-2 0,0-5 0,3 12 0,-6-12 0,3 5 0,-1-6 0,-3-4 0,3-1 0,-1-3 0,-1 3 0,3-3 0,1 13 0,2-1 0,0 4 0,0-2 0,-1-6 0,0-4 0,-3-3 0,0-3 0,-3-3 0,0 1 0,0-2 0,0 1 0,0-1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5.86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0 590 16383,'5'-19'0,"0"4"0,1 5 0,-1 4 0,-3-4 0,3 5 0,-2-5 0,2 4 0,2-4 0,-1 4 0,1-3 0,1 1 0,-2-1 0,3 0 0,-5 3 0,2-2 0,-3 3 0,0 0 0,2-2 0,-3 1 0,4-4 0,1 2 0,7-9 0,24-21 0,24-13 0,-10 2 0,-2 12 0,-36 20 0,-6 12 0,-6-3 0,3 5 0,-2-1 0,2 1 0,0-2 0,2-1 0,-1 1 0,2 0 0,-3 0 0,0 2 0,0-2 0,6 2 0,2-6 0,5 0 0,8-2 0,0-3 0,8 1 0,-1-4 0,-6 5 0,-2 1 0,-13 6 0,2-1 0,-8 3 0,1 1 0,-2 2 0,3-3 0,-3 3 0,3-2 0,-3 2 0,0 0 0,0 0 0,2 0 0,1 0 0,0 0 0,12 0 0,1 0 0,6 0 0,-2 0 0,-6 0 0,-7 0 0,-1 0 0,-5 0 0,-1 0 0,0 0 0,0 0 0,0 0 0,2 0 0,1-3 0,3 3 0,-1-3 0,-2 1 0,2 1 0,-2-1 0,0 0 0,1 1 0,-1-1 0,3 2 0,3 0 0,-5 0 0,4 0 0,-5 0 0,0 0 0,-1 0 0,-2 0 0,1 0 0,1 0 0,5 0 0,3 0 0,3 0 0,-3 0 0,-1 0 0,-3 0 0,-3 0 0,-1 0 0,-2 0 0,0 0 0,0 2 0,3-1 0,0 3 0,2-3 0,4 4 0,-3-4 0,3 4 0,-6-5 0,0 2 0,-3-2 0,0 0 0,0 3 0,6 0 0,-2 2 0,9-1 0,-9 0 0,2-3 0,-8 3 0,1-3 0,2 6 0,-1-4 0,3 4 0,-3-2 0,0 1 0,-2-1 0,1-3 0,-1 3 0,9 2 0,1 3 0,6 1 0,0 1 0,-4-6 0,-1 2 0,-6-2 0,-3-1 0,0-3 0,-2 1 0,2-1 0,2 1 0,-1 0 0,1 4 0,-2-4 0,3 4 0,-3-2 0,1 1 0,-2-4 0,-1 5 0,2-6 0,0 6 0,0-4 0,0 2 0,0-2 0,-2 1 0,2-1 0,-2 2 0,2-2 0,-2 2 0,-1-3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6.821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1 416 16383,'11'-21'0,"-4"1"0,-5 0 0,0 5 0,-1 1 0,1 4 0,-2-4 0,3 2 0,-3-6 0,2 3 0,-2-4 0,0 1 0,4-8 0,-3 6 0,3-5 0,-4 10 0,0 0 0,0 5 0,0 0 0,0 2 0,0-2 0,-3 4 0,3-4 0,-2 2 0,2 0 0,0-2 0,0 5 0,0-5 0,0 4 0,0-2 0,2 3 0,1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7.985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608 1 16383,'-17'7'0,"2"-1"0,1 4 0,-7 1 0,-13 9 0,6-6 0,-31 19 0,14-11 0,-25 15 0,24-8 0,2-2 0,-5 2 0,-17 17 0,51-37 0,3 2 0,2-3 0,-8 1 0,7-4 0,-6-1 0,11-2 0,1-1 0,0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12.44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5966 2079 16383,'-10'-35'0,"2"11"0,4-5 0,-1 14 0,2 5 0,-3-4 0,0-1 0,0-4 0,0 0 0,2 4 0,-1-3 0,0-3 0,1 0 0,1-11 0,3 12 0,-4-12 0,3 12 0,-9-20 0,1 11 0,-3-13 0,-9 2 0,10 5 0,-5 6 0,9 5 0,0 2 0,1 2 0,1-6 0,-3 7 0,4 1 0,-6-8 0,0 6 0,0-5 0,-3 6 0,1 0 0,-1 0 0,0 0 0,4 0 0,0 7 0,3-6 0,-3 6 0,0-7 0,-10-3 0,-2-6 0,-4 1 0,-8-5 0,7 7 0,-11-4 0,16 7 0,-8-4 0,16 12 0,-8-3 0,10 9 0,-7-5 0,-4 0 0,-5 2 0,-6-1 0,0 3 0,6 2 0,-5-1 0,12 4 0,-6 0 0,8 1 0,3 3 0,0-3 0,5 3 0,0 0 0,-1 0 0,1 0 0,-1 2 0,3-1 0,-5 4 0,0-2 0,-6 6 0,-6-1 0,11-2 0,-10 1 0,17-4 0,-2-2 0,7-6 0,2-2 0,0-3 0,0 5 0,-2-2 0,1 1 0,-4-4 0,5 4 0,-5-3 0,5 3 0,-3-4 0,1 2 0,-1-6 0,-3 3 0,-1-14 0,-10-11 0,6 0 0,-6-4 0,7 15 0,1 10 0,-1-3 0,-1 3 0,2-4 0,-4 0 0,2 4 0,-15-18 0,6 12 0,-21-22 0,17 22 0,-12-4 0,15 12 0,-4-2 0,10 6 0,3-2 0,2 6 0,2-5 0,-25-7 0,16 4 0,-16-4 0,19 6 0,-1 4 0,-4-5 0,0 3 0,0-1 0,0-2 0,1 5 0,-8-7 0,-13-4 0,8 4 0,-7-3 0,19 8 0,-6 1 0,5-1 0,-12 0 0,5 2 0,0 0 0,-4 2 0,-35-8 0,23 6 0,-29-4 0,39 7 0,10 4 0,-2-3 0,14 2 0,-3-1 0,-19 2 0,13 0 0,-19 0 0,21 0 0,-1 0 0,-6 0 0,8 0 0,-8 0 0,14 0 0,-20 0 0,17 0 0,-17 2 0,22-1 0,-8 7 0,8-6 0,-9 9 0,3-7 0,-30 12 0,20-8 0,-20 8 0,27-9 0,-1 2 0,0-3 0,4 2 0,-3-1 0,-17 12 0,12-10 0,-12 7 0,18-7 0,1-2 0,-2 2 0,-1 0 0,0-3 0,-6 8 0,8-7 0,-1 3 0,10-7 0,5 1 0,-1-1 0,1 2 0,-5 0 0,3 1 0,-3-4 0,3 3 0,0-2 0,-3 0 0,5 1 0,-4-1 0,4 2 0,-2 0 0,0 3 0,-1-3 0,1 5 0,-9 4 0,4-2 0,-4 5 0,4-9 0,4 0 0,-1-3 0,2 0 0,-1 0 0,4 0 0,-1 0 0,1 0 0,1 0 0,-6 0 0,6 0 0,-3 3 0,1-5 0,3 6 0,-5-5 0,2 3 0,0-2 0,1 0 0,0 0 0,1 1 0,-6-4 0,4 1 0,-19-1 0,13 1 0,-13 5 0,4 3 0,1 1 0,-8-1 0,0 3 0,4-7 0,-10 5 0,-3-8 0,-7 4 0,-7-7 0,0 3 0,-6-4 0,5 0 0,-6 4 0,8-3 0,12 3 0,-3-4 0,17 0 0,-4 0 0,6 0 0,-6 0 0,4 0 0,-4 0 0,6 0 0,0 3 0,0-2 0,-6 2 0,9-3 0,-9 0 0,14 2 0,-13 2 0,7 2 0,-8-2 0,9 1 0,-1-1 0,5 3 0,-6 0 0,-3 6 0,4-7 0,-7 5 0,9-5 0,0-1 0,-3 4 0,-4-1 0,6 3 0,-9-4 0,10 1 0,-4-2 0,0 1 0,1 2 0,-1-2 0,4 1 0,-3-2 0,6 2 0,-2 0 0,4 2 0,-4 2 0,3-4 0,-10 9 0,9-7 0,-9 7 0,6-5 0,0-3 0,1 2 0,0-2 0,2 1 0,-2 2 0,0-1 0,3-1 0,-3 2 0,3-2 0,0 4 0,0-3 0,0 3 0,3-4 0,0 1 0,1-1 0,1 0 0,-1-2 0,2 2 0,-1-2 0,-1 0 0,3-1 0,-3 1 0,5-5 0,-1 4 0,-2-2 0,5 1 0,-3 3 0,1-3 0,1 2 0,-3-3 0,3 0 0,-1 0 0,-3-2 0,4 4 0,-6-6 0,4 6 0,-4-5 0,1 3 0,-4 1 0,2-1 0,-2 0 0,-1 0 0,3 2 0,-2-1 0,2 1 0,0-2 0,-1 3 0,-6 6 0,3-2 0,-3 3 0,6-6 0,0 3 0,-2-1 0,-1 7 0,1-7 0,-4 4 0,-5 8 0,7-11 0,-3 8 0,11-12 0,0-3 0,2 3 0,-2-3 0,2 0 0,-2 0 0,0 0 0,2 0 0,-2 0 0,0 3 0,-1-3 0,-1 5 0,2-2 0,-3 2 0,2 1 0,-3-1 0,1 0 0,-4 4 0,4-3 0,-3 3 0,5-3 0,-3-1 0,2 4 0,-1 1 0,-1 4 0,-2 6 0,0-5 0,-8 8 0,8-8 0,-7 1 0,3 4 0,2-4 0,-1 4 0,4-6 0,0 6 0,3 2 0,-3 0 0,1 4 0,0-14 0,1 13 0,-1-13 0,1 8 0,-1-6 0,3 0 0,-1 6 0,-3-5 0,1 12 0,0-12 0,5 5 0,-3 1 0,6 0 0,-6 8 0,6-1 0,-7 0 0,4 0 0,-1 0 0,-2 1 0,2-1 0,0 0 0,-2 0 0,6-6 0,-3 5 0,4-12 0,0 12 0,0-5 0,0-1 0,0 0 0,0-1 0,0-5 0,0 12 0,0-12 0,0 12 0,0-6 0,0 14 0,0-5 0,0 5 0,0-7 0,0 0 0,0 0 0,0-6 0,3-2 0,-2 0 0,4-4 0,1 23 0,7 6 0,-3-6 0,3 1 0,-6-20 0,0-5 0,-3 5 0,1-6 0,-4 0 0,5 0 0,-6-4 0,3-1 0,0 0 0,0 1 0,3 0 0,0 2 0,-1-5 0,1 5 0,0-5 0,-1-1 0,0-1 0,-2-4 0,-1 1 0,-2-2 0,3 0 0,-3 0 0,5 1 0,-5-1 0,3 0 0,-10 0 0,3 0 0,-6 0 0,5 2 0,-1-1 0,1 4 0,-2-4 0,1 3 0,-4-3 0,4 4 0,-3-2 0,3 0 0,-6 6 0,5-5 0,-6 10 0,7-8 0,-5 7 0,4-3 0,-7 10 0,4-5 0,-6 12 0,1-5 0,-2 6 0,1 0 0,-1 0 0,4 7 0,0 1 0,8 7 0,-4 0 0,8-1 0,-7-5 0,3 4 0,-8-5 0,2 7 0,-6-7 0,2 5 0,-9 15 0,8-15 0,0 13 0,12-26 0,4 0 0,0 0 0,3-6 0,-3-2 0,6-6 0,-6-4 0,5-3 0,-4-3 0,1-3 0,-2 1 0,0 1 0,0-2 0,0 1 0,3 0 0,-3 1 0,5 3 0,-3-1 0,4 0 0,-1-2 0,0 2 0,0-4 0,0 1 0,0-4 0,0 1 0,0-3 0,0 3 0,-2-1 0,2 2 0,-2 3 0,2-5 0,-3 6 0,3-5 0,-4 3 0,3-2 0,-1 0 0,2 0 0,2 1 0,-1-1 0,2 0 0,-3 0 0,0 0 0,0 0 0,-2 0 0,3 5 0,0-4 0,2 4 0,-1-3 0,1-3 0,-2 5 0,1-6 0,-2 4 0,2-1 0,-3-1 0,5 0 0,-6 2 0,5 1 0,-1 0 0,-1 2 0,4-5 0,-5 3 0,3-3 0,-3-2 0,-2 1 0,1-1 0,1 2 0,-1 0 0,3 0 0,-2 1 0,0-1 0,3-2 0,-3 1 0,0-3 0,2 3 0,-1-3 0,1 3 0,-1-3 0,1 3 0,1-1 0,2 2 0,0 0 0,5 1 0,12 10 0,-8-8 0,7 7 0,-15-10 0,-1 1 0,-2-1 0,2-3 0,-2 3 0,2-2 0,0 0 0,4 2 0,1-5 0,0 3 0,3 0 0,-7-2 0,1 1 0,-2-2 0,-5 0 0,5 0 0,-4 0 0,1 0 0,-2 3 0,0-3 0,1 2 0,1-2 0,5 0 0,-2 0 0,2 5 0,-7 1 0,3 8 0,1 1 0,3 0 0,-3 3 0,-1-3 0,0-1 0,-1 4 0,0-6 0,-1 5 0,1 5 0,-1-2 0,3 12 0,2-5 0,-2 6 0,3 0 0,-5-6 0,1 4 0,-4-10 0,3 10 0,-6-10 0,3 0 0,-4-3 0,0-7 0,0 13 0,3-7 0,-3 8 0,8-6 0,-2 6 0,4 2 0,-3 0 0,0-2 0,-1-10 0,-1-1 0,3-4 0,0 1 0,0-1 0,-1-2 0,1 1 0,-3-3 0,3 2 0,-1-1 0,-3-1 0,8 4 0,-7-1 0,6 0 0,-4-2 0,1 0 0,0-3 0,2 5 0,-2-6 0,2 5 0,1-1 0,-3-1 0,5 4 0,-4-4 0,17 13 0,-8-8 0,5 3 0,-9-6 0,0-5 0,-5 0 0,2 0 0,-6-1 0,3-1 0,-3 1 0,5 0 0,-2-1 0,2 4 0,1-3 0,-1 3 0,4 1 0,-3-3 0,14 3 0,-15-2 0,20 4 0,-19-5 0,13 3 0,-15-5 0,4 2 0,-1-3 0,-1 0 0,14 0 0,-9 0 0,6 0 0,15 0 0,-18 0 0,32 0 0,-32 0 0,18 0 0,-27 0 0,20 0 0,-19 0 0,26 0 0,-23 0 0,17 0 0,3-5 0,-10 4 0,27-8 0,-33 8 0,19-3 0,-24 1 0,18 3 0,-18-5 0,11 5 0,4-7 0,-6 3 0,35-1 0,-32 0 0,39-1 0,-41 0 0,28-4 0,-29 3 0,10 0 0,-7-1 0,-8 2 0,13-5 0,-19 7 0,13-9 0,-18 11 0,8-3 0,-11 2 0,2 5 0,-3 3 0,1 4 0,0 5 0,-1-3 0,0-1 0,-1-2 0,3-1 0,-3-1 0,3 1 0,-3 1 0,3-3 0,-3 3 0,1-3 0,-2 0 0,0 0 0,0 0 0,0 3 0,0-3 0,0 3 0,3 3 0,-2-5 0,1 6 0,-2-5 0,3 1 0,-3 5 0,5-3 0,-5 3 0,3-5 0,-3-1 0,2 5 0,-1-6 0,4 5 0,-2-3 0,2-3 0,0 3 0,0-1 0,0-1 0,-2 1 0,2 1 0,-5 0 0,5 2 0,-2 0 0,2-2 0,0 2 0,-2-4 0,2 7 0,-5-4 0,5 3 0,0 8 0,0-10 0,2 11 0,-5-13 0,4 12 0,-2-10 0,2 8 0,-1-8 0,1 2 0,-1-3 0,1 4 0,-1-5 0,5 13 0,-4-9 0,7 9 0,-6-1 0,1-7 0,-2 8 0,-1-11 0,0-2 0,5 12 0,-3-12 0,3 12 0,-3-14 0,10 16 0,-7-14 0,7 15 0,-2-9 0,-5-2 0,6 2 0,-11-4 0,12 5 0,-8-6 0,6 5 0,-6-6 0,-1-3 0,0 3 0,0-5 0,-5 1 0,1-3 0,1 3 0,1-1 0,1 0 0,-2-1 0,3 0 0,-3 1 0,5 0 0,-4 2 0,7-5 0,-4 5 0,5-3 0,-4 4 0,-2-1 0,2-3 0,-4 3 0,1-4 0,-2 3 0,0-1 0,1 0 0,-1 1 0,2-1 0,-1 2 0,3-2 0,-3-1 0,4 1 0,-5-3 0,3 5 0,-3-5 0,2 3 0,-1-1 0,1-2 0,-1 5 0,-1-5 0,0 5 0,0-2 0,2 2 0,-1 0 0,1-2 0,-2 1 0,1-1 0,-1 0 0,0 2 0,0-5 0,0 5 0,2-3 0,1 4 0,3-1 0,-3-2 0,1 1 0,-1-3 0,0 1 0,0 0 0,-1-1 0,-1 1 0,3-2 0,3 6 0,-3-3 0,5 6 0,-6-4 0,2 0 0,0 2 0,0-1 0,3 1 0,-2-4 0,-1 2 0,-3-5 0,-2 2 0,1 1 0,-1-3 0,2 5 0,1-2 0,0 2 0,2-2 0,-7 1 0,4-3 0,-20 3 0,9-3 0,-13 1 0,12-2 0,0 0 0,0 0 0,0 2 0,0-1 0,-1 1 0,1-2 0,0 0 0,0 0 0,0 0 0,-1 0 0,1 2 0,0-1 0,0 3 0,0-1 0,-1 2 0,1-2 0,0 2 0,0-5 0,-3 5 0,3 0 0,-5 1 0,2 1 0,-3-2 0,1 3 0,0-3 0,-1 3 0,1-1 0,0-1 0,-1 1 0,-3 2 0,-1-3 0,0 5 0,-3-5 0,3 5 0,0-4 0,-3 4 0,3-4 0,0 3 0,-12 0 0,14-2 0,-9 3 0,11-6 0,-3 3 0,3-3 0,-3 3 0,3 0 0,1 0 0,-1 2 0,1-4 0,0 3 0,-1-3 0,1 1 0,0-1 0,1-1 0,2 0 0,2-2 0,0 1 0,-1-1 0,4 2 0,-3 0 0,2-2 0,-2 4 0,0-1 0,-1 2 0,1-1 0,-2-2 0,1 2 0,-1-1 0,-1 1 0,-1 5 0,1-6 0,-1 5 0,4-5 0,0-1 0,0 0 0,-1 0 0,1 0 0,0-2 0,0 1 0,0-3 0,-1 3 0,-1 2 0,1-1 0,-4 3 0,5-1 0,-5 1 0,4 0 0,-1 2 0,1-5 0,4 3 0,-3-6 0,2 3 0,-2 0 0,0 1 0,-1 3 0,4-3 0,-3-1 0,2 2 0,-2-3 0,0 3 0,-3 0 0,2 1 0,-3 3 0,0 3 0,0-3 0,-2 7 0,2-7 0,-5 11 0,2-9 0,1 3 0,1-6 0,5-2 0,-3 0 0,1 1 0,1-1 0,-5 6 0,5-5 0,-2 5 0,5-6 0,-2 2 0,2-2 0,0-1 0,1-1 0,0-1 0,1 0 0,-1 0 0,2 0 0,0 0 0,0 0 0,0 0 0,0 0 0,-7-2 0,5 2 0,-7-5 0,6 2 0,-2-2 0,-5 0 0,4 3 0,-6-3 0,6 5 0,-4-5 0,4 7 0,-4-3 0,2 3 0,-2-2 0,2 0 0,-2 0 0,4 3 0,-1-3 0,-1 3 0,3-1 0,-3 1 0,1 0 0,1 2 0,-4-4 0,4 3 0,-4-1 0,5 0 0,-5 2 0,4-2 0,-4 2 0,2-2 0,-2 2 0,0-2 0,-1 2 0,1 0 0,-1 1 0,-3-3 0,5 2 0,-4-1 0,4 5 0,0-3 0,-1 3 0,4-4 0,-4-2 0,4 2 0,-4-2 0,5 0 0,-3 1 0,3-1 0,-3 0 0,3 2 0,-3-4 0,3 4 0,0-5 0,0 3 0,-1-1 0,1-4 0,0 4 0,0-2 0,0 1 0,0 4 0,-1-5 0,-1 3 0,1-1 0,-4 1 0,5 0 0,-3 2 0,-8 15 0,9-11 0,-11 13 0,11-13 0,-3 1 0,3 4 0,-5-1 0,0 8 0,-15 15 0,9-11 0,-5 10 0,11-21 0,5-1 0,-2 1 0,5-4 0,1 3 0,1-3 0,1 4 0,-4-7 0,2 2 0,0-6 0,-2 2 0,3-2 0,-1 2 0,0-2 0,1 2 0,1 0 0,-1 1 0,2-1 0,0-2 0,0 2 0,0-5 0,0 3 0,0-1 0,2 1 0,-1 0 0,4 2 0,-3-2 0,1 2 0,2 0 0,-5 1 0,5-1 0,-5 0 0,5 4 0,-4-3 0,2 1 0,-3-2 0,2-4 0,-1 3 0,3-1 0,1 0 0,1 2 0,1-2 0,-1 0 0,-1-1 0,-3 1 0,3-3 0,-4 3 0,1-3 0,0 2 0,1-1 0,0 1 0,1 1 0,-1 0 0,2 0 0,0 1 0,-2-3 0,2 2 0,-2-3 0,2 0 0,0 0 0,0-2 0,0 1 0,0-1 0,0 0 0,0 1 0,0-3 0,0 3 0,-4 4 0,-2 4 0,-7 2 0,2-3 0,1-3 0,0-1 0,2 1 0,-4 2 0,-2 5 0,0-4 0,1 3 0,2 0 0,0 1 0,0 4 0,0-4 0,0 2 0,0-2 0,1 0 0,-4 3 0,-1-3 0,3 0 0,-6 9 0,8-1 0,-6 0 0,4 2 0,0-4 0,1-4 0,2 13 0,-2-7 0,1 17 0,-2-15 0,2 12 0,3-24 0,-3 24 0,4-6 0,-3 0 0,4 12 0,0-18 0,0 21 0,0-17 0,0 15 0,0-3 0,-3-4 0,3 20 0,-3-14 0,3-4 0,4 11 0,1-19 0,1 0 0,2 13 0,-3-20 0,3 10 0,-4-9 0,2 0 0,-2-5 0,3 2 0,2-4 0,-3-3 0,2 0 0,7 5 0,-5-4 0,5 2 0,-3-1 0,3 1 0,-5-5 0,9 14 0,-10-17 0,4 11 0,-2-7 0,3-2 0,-1 2 0,-2-5 0,-3 1 0,-3-4 0,2 1 0,1 1 0,0-3 0,2 3 0,-4-3 0,3 2 0,-1 1 0,0-2 0,2 3 0,-4-6 0,7 5 0,0 1 0,6-2 0,12 3 0,10-2 0,9-2 0,30 4 0,-26-9 0,45 9 0,-19-3 0,-7-1 0,18 4 0,-25-8 0,18 12 0,-26-11 0,12 11 0,-32-8 0,16 0 0,-1 3 0,-4-4 0,-6 1 0,14-1 0,-20-1 0,4-3 0,-9 3 0,-17-4 0,-4 0 0,-3 0 0,-3 0 0,0 5 0,0-2 0,-2 4 0,1-2 0,-1 5 0,2-1 0,0 1 0,0-3 0,1 1 0,-1 0 0,0 0 0,0-1 0,0 0 0,0-1 0,0 4 0,-2-5 0,4 3 0,-6-3 0,6 0 0,-4 0 0,2 0 0,2 3 0,-1-5 0,1 4 0,-2-4 0,3 4 0,0 1 0,0 0 0,5 3 0,-6-5 0,4 2 0,-6-3 0,2 3 0,-1 0 0,4 0 0,10 14 0,-6-14 0,8 12 0,-12-12 0,5 1 0,-4-1 0,3 0 0,-4-3 0,4 4 0,-5-3 0,5 2 0,-6-5 0,2 4 0,0-6 0,-2 6 0,12 1 0,-10-2 0,11 4 0,-11-5 0,17 2 0,-12-1 0,15-1 0,-18-1 0,25-3 0,-21 3 0,21-3 0,-9 5 0,0-5 0,5 3 0,-1 0 0,27 2 0,-11 3 0,25 2 0,7 5 0,-31-6 0,17 5 0,-16-6 0,-24-5 0,37 1 0,-43-3 0,14-1 0,-8 1 0,-11-2 0,35-5 0,-30 4 0,43-4 0,-37 5 0,44-4 0,-45 2 0,32-7 0,-35 8 0,6-3 0,-10 1 0,-7 0 0,7-3 0,-9 3 0,8-5 0,-8 6 0,9-9 0,-9 10 0,4-7 0,-1 4 0,-3-1 0,8-1 0,-10 1 0,10-4 0,-10 3 0,10-6 0,-8 6 0,9-6 0,-7 6 0,3-2 0,6-3 0,-7 5 0,12-8 0,-17 8 0,18-13 0,-17 9 0,11-6 0,-6 0 0,-5 8 0,16-20 0,-12 16 0,12-17 0,-14 20 0,13-14 0,-12 13 0,2-7 0,2 0 0,-6 5 0,8-8 0,-10 8 0,4-6 0,-6 7 0,5-7 0,-5 7 0,3-3 0,6-9 0,-7 9 0,18-21 0,-19 22 0,10-20 0,-9 20 0,0-11 0,0 9 0,-5-1 0,7-8 0,-8 11 0,13-18 0,-11 19 0,12-26 0,-11 24 0,5-13 0,-2 6 0,-4 8 0,11-18 0,-13 19 0,8-13 0,-9 14 0,4-7 0,-4 9 0,5-8 0,-6 8 0,3-3 0,-3-2 0,0 5 0,0-9 0,0 7 0,0-7 0,0 9 0,0-15 0,0 16 0,0-12 0,0 8 0,0 1 0,0-7 0,0 7 0,0-14 0,0 15 0,-3-14 0,2 15 0,-4-5 0,5 6 0,-5 0 0,5 1 0,-3 1 0,3-4 0,0 2 0,0 0 0,-2-2 0,1 4 0,-1-3 0,2 3 0,0-2 0,0 3 0,9 11 0,-2-1 0,8 8 0,-5-6 0,0-2 0,1 2 0,3 2 0,1 0 0,10 5 0,2-6 0,6 8 0,-6-8 0,4 7 0,-10-7 0,4 5 0,-6-6 0,-1 2 0,-3-3 0,3 0 0,-3 0 0,4 0 0,-4-3 0,-1 2 0,0-4 0,1 1 0,4-2 0,-4 0 0,9 0 0,-1 0 0,4 0 0,-2 0 0,-6 0 0,6 0 0,-5-3 0,12 3 0,-12-3 0,12 3 0,-12 0 0,12-4 0,-12 3 0,12-6 0,-5 6 0,12-3 0,-4 0 0,11 3 0,-4-7 0,-8 7 0,-2-3 0,-13 4 0,-1 0 0,-3 0 0,0 0 0,-8 0 0,1 0 0,-3-2 0,2 1 0,1-3 0,3 1 0,-1-2 0,0-1 0,1 1 0,-1 0 0,4-1 0,1 0 0,4-3 0,-1 2 0,1-2 0,0 0 0,-4 5 0,-1-6 0,-4 6 0,0-3 0,1-1 0,-1 3 0,0-5 0,1 2 0,3-1 0,1-2 0,0 3 0,9-7 0,-8 3 0,16-4 0,1-4 0,2 2 0,-2-2 0,-1 4 0,-9-3 0,-1 4 0,-5-2 0,-7 7 0,-2 0 0,2-1 0,-4-3 0,5-1 0,-2 0 0,8-6 0,-4 6 0,11-10 0,-10 6 0,4-3 0,-6 3 0,0 4 0,8-22 0,-4 11 0,2-14 0,-4 15 0,-8 6 0,6 0 0,-4-6 0,4 4 0,-4-4 0,4 6 0,-5-6 0,4-2 0,1-6 0,-7-7 0,7-8 0,-11-1 0,8-6 0,-4 8 0,0-1 0,0 0 0,-5 7 0,0 1 0,0 7 0,-5-14 0,0 11 0,-3-4 0,-6-4 0,7 24 0,-3-14 0,5 26 0,5-2 0,-3 5 0,1-3 0,2 3 0,-3 0 0,20 10 0,2 2 0,10 6 0,0 0 0,-9-3 0,4-1 0,-9-3 0,-1-1 0,-4-4 0,9 4 0,-3-5 0,7 3 0,2-3 0,-4-3 0,4 0 0,-7-3 0,1-3 0,6 1 0,-4-4 0,0 4 0,-3-4 0,-3 3 0,4-1 0,6-3 0,4-5 0,5 0 0,1-4 0,-8 10 0,-6 0 0,-3 5 0,-7-1 0,3 3 0,-3-1 0,-1 1 0,0 0 0,4-1 0,-3 1 0,4-1 0,-5 1 0,0 0 0,0 0 0,1 0 0,-1-1 0,0-1 0,1-1 0,-3-3 0,1 1 0,-3 2 0,7-3 0,0 2 0,9-9 0,0-2 0,9-6 0,-5 0 0,6-6 0,0 4 0,-10-1 0,2 6 0,-6 1 0,-7 6 0,11-7 0,0 3 0,11-11 0,5 1 0,0-7 0,4 7 0,-3-7 0,4 3 0,-5-4 0,-4-1 0,3 1 0,-15 9 0,4-5 0,-13 13 0,-2 0 0,1 3 0,-6 3 0,8-11 0,-7 10 0,3-9 0,-4 10 0,0 0 0,0-3 0,-1 7 0,1-7 0,2 3 0,-1 0 0,3-9 0,-5 13 0,-1-19 0,1 15 0,-2-6 0,3 3 0,-3 3 0,4-10 0,-6 4 0,5-4 0,-2 6 0,3-6 0,-4 10 0,4-8 0,-4 10 0,1-2 0,1 1 0,-5 3 0,5 3 0,-5-2 0,3 5 0,-3-5 0,0 4 0,2-1 0,-2 1 0,3 1 0,4 5 0,5 9 0,19 4 0,-10 3 0,10-4 0,-20-7 0,36 12 0,-28-11 0,28 10 0,-25-8 0,-2 0 0,-1 0 0,13 2 0,-15-6 0,10 4 0,-10-5 0,-8-3 0,11 0 0,-3-2 0,0 1 0,-4-1 0,-4 2 0,-3-2 0,1 1 0,1-1 0,-5 0 0,4 1 0,-4-4 0,4 2 0,-3-2 0,3 2 0,1-4 0,-1 5 0,17-11 0,-16 9 0,22-11 0,-22 10 0,16-8 0,-17 10 0,6-6 0,-5 2 0,0 1 0,2-4 0,-5 4 0,12-10 0,-10 9 0,9-7 0,-1 0 0,-3 4 0,4-5 0,7-7 0,-10 13 0,18-25 0,-18 25 0,5-13 0,0 1 0,-5 8 0,17-22 0,-12 20 0,5-8 0,4 4 0,-14 9 0,22-21 0,-24 20 0,9-9 0,-6 3 0,-7 8 0,10-12 0,-11 12 0,5-4 0,5-8 0,-6 8 0,20-23 0,-21 23 0,13-10 0,-6 1 0,-6 8 0,11-19 0,-15 22 0,4-9 0,1 2 0,-5 5 0,2-7 0,7-7 0,-7 12 0,19-35 0,-13 30 0,4-18 0,1 6 0,-11 14 0,14-26 0,-15 26 0,2-14 0,-2 1 0,-3 9 0,5-29 0,-2 27 0,1-14 0,4 0 0,-4 14 0,2-21 0,-3 12 0,-3 5 0,1-23 0,0 27 0,-4-14 0,2 0 0,-3 14 0,0-40 0,0 39 0,0-26 0,-5 11 0,4 10 0,-8-27 0,5 37 0,-1-14 0,3 20 0,-1 3 0,3-3 0,-2 6 0,-1-2 0,0-2 0,-2 3 0,-4-8 0,5 10 0,-4-7 0,5 3 0,-3 2 0,1-5 0,-1 2 0,3 3 0,-3-8 0,3 10 0,0-6 0,-4 7 0,6-2 0,-6 3 0,7 0 0,-5 0 0,4-1 0,-1 1 0,0 0 0,1 0 0,-1-3 0,4 0 0,-1 0 0,1-2 0,0 5 0,-1-3 0,1 1 0,-2 1 0,2-4 0,-1 2 0,1-2 0,-2 2 0,0-6 0,0 5 0,0-9 0,0 7 0,3-7 0,-2 7 0,4-7 0,-4 9 0,4-9 0,-4 12 0,2-12 0,-3 9 0,2-9 0,-1 9 0,6-14 0,-7 12 0,4-20 0,-4 21 0,4-21 0,-3 21 0,2-21 0,-3 20 0,0-19 0,0 22 0,0-16 0,0 15 0,0-9 0,0 9 0,0-4 0,0 7 0,0-2 0,0 1 0,0 1 0,0-4 0,0 5 0,-2-5 0,2 4 0,-3-1 0,3-1 0,0 2 0,0-1 0,0-1 0,0-4 0,-2 1 0,1-3 0,-1 0 0,0 3 0,1-1 0,-1-8 0,2 9 0,0-7 0,-3 4 0,2 5 0,-1-5 0,2 0 0,-3 3 0,3-3 0,-5 5 0,2-4 0,0 4 0,-2-5 0,2 3 0,0 1 0,-2 2 0,2-2 0,0 4 0,-1 1 0,3 1 0,-3 1 0,1-5 0,0 2 0,-4-3 0,6 3 0,-6-2 0,4 1 0,-2-1 0,0 0 0,2 0 0,-2 3 0,5 0 0,-5 0 0,2-1 0,-2 1 0,0 0 0,-11-15 0,8 11 0,-10-13 0,13 14 0,-3 0 0,3 1 0,0 1 0,2 1 0,-2 2 0,2-4 0,-2 4 0,-2-5 0,1 3 0,-2 0 0,1 2 0,-1-4 0,-3 4 0,1-5 0,0 3 0,2 0 0,-2 2 0,4-2 0,-4 5 0,5-5 0,-3 5 0,1-5 0,1 4 0,-4-1 0,4 0 0,-4 1 0,5-1 0,-5 0 0,2 1 0,-3-4 0,1 5 0,2-5 0,0 5 0,3-3 0,0 1 0,0 2 0,0-3 0,0 3 0,-1 0 0,1 0 0,-2 0 0,-1 0 0,-3 0 0,1 0 0,-4 0 0,-1 0 0,-30 0 0,20 0 0,-20 0 0,26 0 0,0-3 0,1 3 0,-8-3 0,10 3 0,-9 0 0,10 0 0,-4 0 0,4 0 0,1 0 0,8-2 0,4-8 0,3 3 0,1-7 0,0 5 0,-1-1 0,1 0 0,-2 2 0,0-2 0,0 2 0,0 0 0,0 0 0,0 3 0,0 0 0,0 0 0,2-1 0,-1-1 0,1 1 0,0-4 0,-1 5 0,1-5 0,-2 2 0,0-3 0,0-3 0,0 5 0,0-4 0,0 5 0,0-3 0,0-3 0,0 5 0,0-5 0,0 3 0,0 2 0,0-9 0,0 12 0,0-8 0,0 2 0,-2 3 0,1-15 0,-3 16 0,3-12 0,-9 2 0,9 5 0,-11-18 0,9 18 0,-1-7 0,-2-1 0,3 8 0,-4-11 0,1 13 0,1-4 0,-1 1 0,3 3 0,-2-1 0,1-8 0,0 12 0,-7-22 0,9 21 0,-7-11 0,2 8 0,1 1 0,-11-10 0,10 9 0,-5-2 0,5 4 0,6 4 0,-6-1 0,4 2 0,0-1 0,-1 1 0,1 2 0,-2-4 0,-7 4 0,8-7 0,-9 6 0,10-3 0,-3 4 0,-1-2 0,4 2 0,-5-2 0,3 5 0,2-5 0,-4 2 0,2-2 0,-3 0 0,0 0 0,3-1 0,-3 1 0,3 2 0,-3-1 0,3 3 0,2-4 0,-4 5 0,4-5 0,-7 2 0,4-2 0,-4 0 0,2-2 0,-6-3 0,-1 2 0,-4-4 0,-6 0 0,-2-3 0,-6-1 0,6 1 0,-5-1 0,5 5 0,-6-5 0,6 7 0,-5-2 0,16 7 0,-9-3 0,10 7 0,-4-3 0,7 3 0,-2 0 0,6 0 0,-2 0 0,-1 0 0,1 0 0,0 0 0,1 0 0,-11 0 0,6 0 0,-11 3 0,10 0 0,1 0 0,3 1 0,-3-3 0,3 4 0,-3-5 0,6 2 0,-2 1 0,2-1 0,-6 1 0,2 2 0,-6-2 0,3 3 0,-4 0 0,1 0 0,-1 0 0,0 1 0,4-4 0,1 2 0,6-4 0,0 1 0,5 0 0,-4-1 0,4-1 0,-5-3 0,5-2 0,-1 2 0,1-2 0,-2 2 0,2-2 0,-2-6 0,2 4 0,-3-6 0,1 4 0,0 1 0,-9-8 0,6 6 0,-6-7 0,7 9 0,-2-5 0,0 6 0,1-4 0,5 6 0,-4 0 0,0-7 0,-5 3 0,2-3 0,-2 3 0,6 3 0,-1-2 0,1 1 0,1 1 0,-6-5 0,4 3 0,-6-1 0,7-1 0,-10-4 0,6 4 0,-7-6 0,7 10 0,-1-2 0,-12-7 0,10 7 0,-10-8 0,9 8 0,-20-5 0,10 2 0,-10-1 0,20 6 0,-7 3 0,8 1 0,-8 2 0,7 0 0,3-2 0,-26 1 0,17-1 0,-18 2 0,19 0 0,-19 0 0,14 0 0,-14 0 0,19 0 0,4 0 0,-16 4 0,17-3 0,-13 6 0,19-7 0,-2 5 0,-2-2 0,1 0 0,-3 2 0,6-2 0,-12 3 0,11 0 0,-11 0 0,12-3 0,-6 2 0,3-2 0,-3 3 0,5-1 0,2-2 0,-11 6 0,10-5 0,-12 7 0,12-6 0,-6 3 0,2-2 0,-2 2 0,6 0 0,-2-3 0,-1 6 0,-1-5 0,-2 2 0,4-3 0,-1 3 0,1-5 0,2 4 0,0-4 0,1 2 0,1 0 0,-1 0 0,-1 0 0,2 3 0,-7 1 0,4-1 0,-3 0 0,2-3 0,-2 4 0,1-3 0,-1 2 0,2-3 0,2 0 0,-9 9 0,8-7 0,-8 10 0,12-12 0,-5 5 0,-2-1 0,3 2 0,-5-2 0,6-2 0,-3 4 0,0-4 0,0 6 0,1-7 0,-7 10 0,5-9 0,-5 10 0,7-9 0,-1 2 0,-12 13 0,10-12 0,-16 17 0,17-20 0,-12 14 0,12-12 0,-2 4 0,6-6 0,3-3 0,0 0 0,2-18 0,-2 4 0,4-17 0,-2 7 0,3 6 0,0-4 0,-2 4 0,1-6 0,-4 4 0,4 1 0,-1 0 0,2 5 0,0-5 0,0 6 0,0-6 0,0-1 0,0-4 0,0 6 0,0-4 0,-3 4 0,2-6 0,-1 1 0,-1-1 0,2 6 0,-2-4 0,3 8 0,-2-9 0,1 3 0,-2-4 0,3 4 0,0 3 0,0-2 0,0 2 0,-3-7 0,3 0 0,-6 0 0,5 4 0,-4 1 0,1-7 0,-2 5 0,-1-10 0,0 7 0,4 7 0,-7-12 0,5 10 0,-9-12 0,7 7 0,-1 4 0,-1-3 0,-2-3 0,-2 0 0,-7-7 0,4 2 0,1 9 0,4-6 0,6 16 0,-3-7 0,1 3 0,0 4 0,-1-6 0,2 7 0,-1-2 0,1-2 0,-1 2 0,1 0 0,-4 1 0,7 1 0,-6-1 0,3 1 0,-2-1 0,-2 1 0,7 1 0,-7 0 0,5 0 0,-4 2 0,2-2 0,2 2 0,0-2 0,-1 2 0,1-1 0,0 1 0,0 0 0,0-2 0,-1 3 0,1-1 0,0-2 0,-6 2 0,2-3 0,-3 1 0,2-1 0,4 1 0,-14-1 0,12 2 0,-12-2 0,12 4 0,0-1 0,-12-7 0,9 6 0,-7-6 0,5 4 0,4 1 0,-6-1 0,-5-4 0,9 3 0,-9-1 0,14 6 0,1 0 0,-2 1 0,4-1 0,-7-1 0,4 3 0,-3-5 0,-3 2 0,3-3 0,-3 3 0,7-2 0,0 5 0,0-2 0,-3-1 0,0 0 0,0 1 0,-2-1 0,2 1 0,-2 1 0,-17-5 0,12 2 0,-12-3 0,13 4 0,3-1 0,-3 3 0,6-3 0,-12-1 0,9 0 0,-7-2 0,8 4 0,0-1 0,1 3 0,-7-7 0,7 7 0,-5-7 0,6 5 0,0 0 0,1 1 0,-5-1 0,1 0 0,-7 0 0,7 0 0,-4 1 0,5-1 0,0 0 0,-17-3 0,12 2 0,-12 0 0,13-2 0,-1 3 0,2-1 0,-17-3 0,18 6 0,-19-6 0,20 7 0,-3-3 0,-1 0 0,-13 2 0,6-1 0,-16-2 0,22 3 0,-9-3 0,16 4 0,-4 0 0,1 0 0,0 0 0,-2 0 0,6-2 0,-2 1 0,2-1 0,-12 2 0,9 0 0,-4-2 0,13 1 0,2-1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14.39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169 1 16383,'-2'14'0,"-3"-2"0,4-7 0,-3 0 0,3 0 0,-3 2 0,1-1 0,0 4 0,-2-2 0,2 2 0,0-2 0,1-1 0,0-2 0,1 0 0,-6 3 0,4-2 0,-5 3 0,3-3 0,0 4 0,0-5 0,0 5 0,2-2 0,-4 2 0,6 1 0,-7 3 0,2 1 0,-1 0 0,-1-1 0,1-6 0,3 1 0,-3-3 0,4 1 0,0-2 0,-1 1 0,3 1 0,-1-1 0,0 1 0,1-2 0,-1 0 0,-1 3 0,3-3 0,-5 3 0,5-3 0,-5 0 0,4 2 0,-1-1 0,2 1 0,0-1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16.32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1 16383,'0'0'0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18.46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223 1 16383,'-3'15'0,"-1"0"0,1-4 0,0-1 0,-2 0 0,2 4 0,-3 1 0,0 4 0,0 0 0,2-1 0,-2 1 0,6-4 0,-5-1 0,4-6 0,-3 0 0,3-3 0,-4 2 0,0 1 0,-6 13 0,-1-5 0,1 9 0,2-6 0,2 0 0,1-4 0,3-3 0,-2-5 0,3-2 0,-4 0 0,1-2 0,2 2 0,-1-3 0,1 6 0,-2-3 0,-1 5 0,1-4 0,2 4 0,-1-5 0,3 5 0,-3-7 0,3 4 0,-4-4 0,5 2 0,-5 0 0,5 0 0,-3 0 0,1 3 0,1 0 0,-3 2 0,3-2 0,-1 2 0,-1 1 0,0-2 0,0 9 0,1-12 0,-1 3 0,13-38 0,-6 6 0,9-20 0,-6 23 0,-1 7 0,-4 7 0,1-1 0,-3 1 0,0 1 0,2-2 0,-1 1 0,1-2 0,0 6 0,-1-5 0,1 3 0,-2-3 0,2-1 0,-1 2 0,3-1 0,-3 2 0,3 0 0,-3-1 0,1 1 0,0 0 0,-1 0 0,4-3 0,-3 2 0,4-3 0,-4 1 0,3 0 0,-5 0 0,5 3 0,-4 0 0,1-1 0,0 1 0,-1 0 0,1 0 0,0 0 0,-1 0 0,1-1 0,-2 1 0,2 0 0,-1 0 0,1 0 0,-2-1 0,0-1 0,2-1 0,-1-3 0,1 3 0,-2-1 0,2 3 0,-1-2 0,1 3 0,-2 0 0,0-3 0,3 3 0,-3-3 0,2 3 0,-2 0 0,0 0 0,0-1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19.580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131 0 16383,'0'17'0,"0"-3"0,0-6 0,0 3 0,-2-2 0,2 2 0,-3-3 0,3 0 0,0 0 0,0 2 0,-2-2 0,-1 2 0,0 0 0,-1-2 0,0 6 0,1-6 0,-2 4 0,5-4 0,-3-1 0,1-4 0,1 4 0,-3 1 0,1-2 0,0 4 0,-2-5 0,2 0 0,-2 2 0,0 1 0,0 0 0,0 0 0,2-3 0,-2 0 0,5 0 0,-5 0 0,4 0 0,-3 0 0,3 0 0,-1 0 0,2 0 0,-5 3 0,2 0 0,-5 0 0,3-1 0,0-2 0,2 0 0,1 1 0,0-1 0,-1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01.548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6 0 16383,'-3'16'0,"3"-1"0,-3-1 0,3 1 0,0 4 0,0-1 0,4 8 0,1 0 0,8 14 0,-4-5 0,4 5 0,-5-14 0,-4 6 0,2-5 0,1 0 0,-2 4 0,3-10 0,-7 4 0,2-7 0,-1 1 0,3 6 0,2 2 0,0 0 0,1-2 0,-3-10 0,-1-3 0,-2-5 0,-2-2 0,0 1 0,0-1 0,0 0 0,0 0 0,0 0 0,0 0 0,0 0 0,-2 0 0,-1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03.391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1 156 16383,'10'-11'0,"-2"1"0,-4 2 0,-1 3 0,2-5 0,3 2 0,2-5 0,-2 2 0,4 1 0,-6 5 0,4-2 0,-4 3 0,1-3 0,-2 1 0,0 1 0,0 2 0,0-1 0,0 1 0,0-2 0,1 0 0,-1 2 0,0 0 0,0 3 0,2 0 0,-1 0 0,20 0 0,-3 0 0,23 0 0,-5 0 0,7-4 0,-7 3 0,1-3 0,-21 4 0,1 0 0,-17 0 0,3 0 0,9 0 0,-3 0 0,12 0 0,-8 3 0,8-3 0,-6 6 0,1-3 0,-2 2 0,-10-2 0,5 2 0,-8-5 0,1 5 0,1-5 0,0 5 0,0-5 0,2 5 0,-5-5 0,5 5 0,-4-2 0,3 2 0,-3 2 0,1-1 0,1 4 0,0-5 0,2 5 0,13 10 0,-10-6 0,7 6 0,-12-10 0,-3-4 0,-2 1 0,1-2 0,-1 0 0,0 3 0,2 0 0,-5 2 0,5 0 0,-5 0 0,5 1 0,-5-1 0,3 4 0,-3-3 0,0 3 0,0 0 0,0-5 0,0 9 0,-3-6 0,2 3 0,-2 3 0,3-7 0,0 7 0,-2-7 0,1 3 0,-1-3 0,-1 3 0,3-5 0,-5 2 0,2-6 0,-3 0 0,4 0 0,-3 2 0,2 1 0,-2 0 0,0 2 0,-1-2 0,1 0 0,0 2 0,0-2 0,0 0 0,0 1 0,-1-3 0,-1 2 0,3-1 0,-3-4 0,5 6 0,-1-5 0,-2 3 0,2-2 0,-4 1 0,1-1 0,-2 0 0,1 0 0,1 2 0,-4-1 0,5 1 0,-5-2 0,2 3 0,-3-3 0,1 3 0,0-3 0,-1 0 0,1 0 0,0-2 0,-1 2 0,1-3 0,-1 3 0,1 3 0,0-5 0,-1 4 0,1-6 0,-4 4 0,-1-5 0,-4 6 0,4-3 0,1 0 0,6 2 0,0-5 0,3 2 0,0-2 0,-1 0 0,1 0 0,0 0 0,0 0 0,0 0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05.61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143 252 16383,'16'-6'0,"-4"-1"0,-2 7 0,-4-5 0,3 4 0,-3-3 0,4 3 0,-5-3 0,5 1 0,-4 0 0,4-2 0,-2 5 0,2-5 0,4 2 0,1-3 0,0 0 0,-1 0 0,-6 3 0,-1 1 0,1 0 0,-3 1 0,3-3 0,-1 1 0,-1 0 0,1-2 0,-2 5 0,-2-5 0,2 2 0,-5-2 0,3-2 0,-3 1 0,0-2 0,0 3 0,0 0 0,-3-3 0,0 0 0,-2 0 0,0 3 0,2 0 0,-2 3 0,3-6 0,-4 2 0,4-1 0,-3 4 0,2-4 0,-2 4 0,0-5 0,-1 3 0,1 0 0,0 0 0,-2-1 0,1 1 0,-4 2 0,4-1 0,-4 3 0,5-4 0,-3 5 0,1-2 0,-1 2 0,-6 0 0,-2 0 0,-7 0 0,3 0 0,-3 2 0,7-1 0,5 2 0,1-1 0,4 1 0,-1 0 0,1 1 0,1-1 0,-2 2 0,-1 0 0,0 0 0,-2 3 0,4-3 0,-4 5 0,4-4 0,-1 4 0,2-2 0,0 2 0,2 0 0,-2-2 0,4 2 0,-3-2 0,3 2 0,-1 0 0,0 1 0,1-1 0,-1 0 0,-1 0 0,3 1 0,-2-3 0,2 1 0,0-1 0,0 3 0,0-3 0,0 1 0,0-3 0,0 4 0,0-5 0,0 5 0,0-4 0,2 4 0,1-2 0,0 0 0,1-1 0,-1 0 0,2-1 0,0 1 0,0-2 0,0 1 0,0-1 0,0-2 0,3 1 0,-2-1 0,3 4 0,3-1 0,-1 2 0,1-2 0,-2-4 0,-5 3 0,3-2 0,-1 2 0,-1-2 0,4-1 0,-5-2 0,3 2 0,-3-1 0,2 3 0,-1-3 0,3 1 0,-3-2 0,2 0 0,-1 2 0,7 1 0,-2 0 0,8-1 0,-5-2 0,4 0 0,-7 0 0,2 0 0,-9 0 0,3 0 0,-3 0 0,2-2 0,12-2 0,25-7 0,1-4 0,4 2 0,-17 1 0,-19 9 0,-5-2 0,-3 4 0,-2-1 0,11-3 0,-9 4 0,7-3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07.995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52 62 16383,'-3'16'0,"1"3"0,2-4 0,0 10 0,0-5 0,0 12 0,-3-12 0,2 5 0,-2 1 0,1-6 0,1 12 0,-5-12 0,3 5 0,-1 0 0,-1-4 0,4 10 0,-2-10 0,0 10 0,-1-10 0,-1 10 0,3-4 0,2 0 0,0 4 0,0-10 0,0 10 0,0-14 0,0 1 0,0-8 0,0-4 0,0 1 0,0-2 0,0 0 0,0 0 0,0 0 0,0 0 0,0 1 0,2-21 0,1 8 0,0-20 0,-1 5 0,-2 2 0,3-12 0,-2 12 0,6-5 0,-6 6 0,1 4 0,-2 0 0,0 1 0,0-2 0,0-3 0,3 3 0,-3-1 0,6-5 0,-5 2 0,5-2 0,-6-2 0,5 8 0,-4-5 0,1 11 0,0 0 0,-1 4 0,3-1 0,-3-1 0,3 3 0,-3-5 0,1 2 0,0 0 0,-1-2 0,1 4 0,1-4 0,-3 5 0,5-5 0,-5 2 0,2-3 0,-2 1 0,0 0 0,3 1 0,-3 0 0,3 3 0,-3-2 0,2 3 0,-2 0 0,3 0 0,-3-3 0,2 3 0,1-3 0,0 1 0,1 1 0,-3-4 0,3 4 0,-3-1 0,1 2 0,0-1 0,1 1 0,0 0 0,1 0 0,-1 0 0,0-3 0,2 5 0,-2-7 0,2 7 0,-3-4 0,3 4 0,-4-2 0,5 4 0,-2-3 0,3 1 0,-2 0 0,0 1 0,3 2 0,0 0 0,0 0 0,5 0 0,0 0 0,12 0 0,-5 0 0,6 0 0,-14 0 0,2 0 0,-9 0 0,3 0 0,-3 2 0,0 1 0,0 2 0,-2 0 0,1 0 0,-1 0 0,0 0 0,2 0 0,-5 1 0,5 1 0,-5-1 0,3 1 0,-3 0 0,0 5 0,0-3 0,0 5 0,0-9 0,0 3 0,0 3 0,0-2 0,0 2 0,0-1 0,0-2 0,0 2 0,-3-2 0,0 0 0,0-3 0,1 0 0,0 0 0,-1 0 0,-2 0 0,2 0 0,-11 9 0,9-6 0,-9 8 0,7-10 0,-1 3 0,-3-1 0,3 0 0,-1 2 0,1-4 0,-3 3 0,1-3 0,-1 4 0,-6 4 0,5-4 0,-4 4 0,8-9 0,0-2 0,1-1 0,3 0 0,-3-1 0,2 1 0,-1-2 0,-1 0 0,2 0 0,-1 0 0,1 0 0,0 0 0,-3 0 0,-3-3 0,-1 3 0,-2-6 0,4 6 0,2-2 0,-2 2 0,4 0 0,-1 0 0,1 0 0,1 0 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09.579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108 1 16383,'-9'20'0,"-2"3"0,5-8 0,-8 10 0,7-5 0,-9 12 0,9-12 0,-4 5 0,7 1 0,-1-6 0,4 5 0,-6 0 0,6-8 0,-2 3 0,3-6 0,-3-2 0,3 2 0,-2-4 0,2 0 0,0 1 0,0-3 0,0 1 0,0-1 0,0 0 0,0 2 0,0-2 0,0 0 0,0 2 0,2-2 0,-2 6 0,5 1 0,-4 0 0,4-1 0,-4-4 0,4 4 0,-2-3 0,0 3 0,2-3 0,-3 3 0,3-2 0,1 3 0,-1-5 0,-3-2 0,1 2 0,-1-5 0,1 3 0,2-3 0,0 2 0,0-1 0,0 1 0,0 1 0,0 0 0,1 0 0,-1-1 0,0 0 0,0-1 0,0-1 0,0 0 0,0-2 0,3 2 0,-1-2 0,1-1 0,2 0 0,-2-1 0,0 1 0,0-2 0,-3 0 0,0 0 0,0 0 0,0 0 0,6 0 0,-2 0 0,5 0 0,-4 0 0,1 0 0,-3 0 0,-1 0 0,-2 0 0,0 0 0,0 0 0,0 0 0,1 0 0,-1 0 0,0-2 0,0 1 0,0-1 0,0-1 0,0 3 0,0-9 0,0 5 0,-2-8 0,-1 6 0,1-4 0,-1 2 0,1 0 0,0 3 0,-3 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12.095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354 37 16383,'-11'-9'0,"4"0"0,2 9 0,2-3 0,-4 1 0,1-1 0,-2 0 0,3 1 0,2 0 0,-4 1 0,4-1 0,-5 2 0,1 0 0,1 0 0,-4 0 0,2 0 0,-2 0 0,2 0 0,0 0 0,3 0 0,0 0 0,0 0 0,-3 2 0,2 1 0,-7 0 0,4 1 0,-9-1 0,9 3 0,-5 2 0,11-3 0,-4 5 0,4 2 0,-3-1 0,0 7 0,1-9 0,-11 16 0,6-16 0,-9 13 0,11-16 0,1-1 0,-1 0 0,5-3 0,-4 1 0,4 2 0,0 0 0,-2 3 0,2 0 0,-2-1 0,2-2 0,1 1 0,2-1 0,0 0 0,3 6 0,0-2 0,2 5 0,0-6 0,3 2 0,-2-2 0,3 2 0,-1-2 0,3 2 0,-1-5 0,4 6 0,-5-5 0,2 0 0,-6-2 0,0-3 0,0 1 0,0 1 0,3-1 0,3 4 0,4-3 0,4 0 0,0-3 0,0 2 0,-4-1 0,9 2 0,-14-3 0,8 0 0,-13 0 0,0 0 0,0-2 0,0-1 0,1-3 0,-1 1 0,2 0 0,-1 2 0,-1-1 0,-1 1 0,-1 0 0,0-4 0,2 3 0,-3-3 0,4-1 0,-4 0 0,3 0 0,-2-1 0,0 3 0,1-2 0,-3 3 0,1 0 0,-2 0 0,0 0 0,0-1 0,0 1 0,-2 0 0,1 0 0,-1-3 0,2 2 0,0-3 0,-3 3 0,1-2 0,-1 1 0,0 1 0,1-1 0,1 1 0,-1 1 0,0 0 0,1 0 0,-1 0 0,2 0 0,-2-1 0,1 1 0,-1 0 0,2 0 0,-3 0 0,3-1 0,-2 1 0,-1 0 0,0 0 0,1 0 0,-1-1 0,1-1 0,1 1 0,-3-1 0,3 2 0,-3-1 0,1-1 0,0 1 0,-2 1 0,5 0 0,-5 0 0,4-1 0,-1-1 0,2 2 0,0-1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14.13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33 0 16383,'5'14'0,"-2"-2"0,2-7 0,-5 2 0,5-1 0,-5 1 0,5 1 0,-5 0 0,5 0 0,-4 1 0,3-1 0,-1 3 0,0-1 0,1 0 0,-1 0 0,3 4 0,-1-2 0,1 6 0,-1-7 0,1 3 0,-1-4 0,0 0 0,-2-2 0,1 2 0,-3-4 0,3 1 0,-3-2 0,1 0 0,1 0 0,-3 1 0,7 1 0,-6-1 0,6-1 0,-4 2 0,2-4 0,-2 4 0,1-2 0,-3 1 0,1-1 0,0 0 0,-1 2 0,1-1 0,-2 4 0,2-2 0,-1 2 0,4-2 0,-5 2 0,5-3 0,-3 4 0,1-1 0,0-2 0,-1-1 0,-2-1 0,5-4 0,0 1 0,1-6 0,3-2 0,-1-1 0,6-4 0,10-7 0,5-9 0,4-2 0,3-4 0,-9 6 0,-2 2 0,-8 7 0,-8 2 0,-2 5 0,-1 0 0,-1 2 0,0-6 0,3 5 0,-2-9 0,5 3 0,-3-10 0,4 4 0,-4-4 0,0 10 0,-2 3 0,-3 5 0,-1 1 0,-12 21 0,-5 4 0,-12 20 0,6-10 0,1-1 0,0-1 0,6-6 0,-7 13 0,-11 7 0,7-8 0,-19 12 0,12-18 0,-7 6 0,-3-4 0,3 4 0,0 0 0,15-12 0,4 6 0,10-16 0,0 7 0,5-9 0,0 4 0,4-7 0,-4-1 0,3 4 0,-1-5 0,-2 6 0,5-3 0,-5-3 0,4 2 0,-1-3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17.156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12 136 16383,'0'14'0,"-2"0"0,4-6 0,0 2 0,-1-2 0,1 2 0,-2-2 0,2 2 0,-1-2 0,1 2 0,1-4 0,-3 7 0,2 0 0,1 6 0,-2-4 0,2 9 0,-3-1 0,0 4 0,2-6 0,-2-3 0,5-7 0,-4 1 0,1-2 0,-2-5 0,0 3 0,0-1 0,0 1 0,2 2 0,-1 1 0,1-3 0,-2-1 0,0-2 0,0 0 0,0 0 0,0 0 0,-2-20 0,-1 10 0,-3-22 0,0 14 0,0-6 0,0 0 0,-1 0 0,1 1 0,3-8 0,0 6 0,3-5 0,0-9 0,0 5 0,4-19 0,-3 13 0,7-11 0,-4 17 0,1-9 0,-2 18 0,-1-2 0,-1 10 0,3 5 0,-1 4 0,2 1 0,3 4 0,-3 1 0,5 0 0,-4 1 0,1-1 0,0 2 0,-1 0 0,4 0 0,-5-2 0,3 2 0,-3-5 0,-2 5 0,4-5 0,-4 5 0,7-2 0,-5 2 0,3-2 0,-3 1 0,2-3 0,-1 3 0,1-1 0,-2 2 0,1-2 0,-4 2 0,5-3 0,-3 3 0,5 3 0,-3-2 0,1 3 0,1-3 0,-5 4 0,4-5 0,-7 5 0,3-4 0,-1-1 0,1 2 0,0-4 0,-1 7 0,0-5 0,2 9 0,1-7 0,-2 4 0,-1-4 0,1-1 0,-3 1 0,2-2 0,-2 0 0,0 3 0,0 0 0,0 2 0,0-2 0,0 2 0,0-2 0,0 0 0,0 1 0,3-3 0,-3 1 0,3 1 0,-3-2 0,0 1 0,0-2 0,0 0 0,0 0 0,0 0 0,0 3 0,0 0 0,0 0 0,0-1 0,0-2 0,2-23 0,-2 13 0,3-21 0,-3 18 0,0-2 0,0-4 0,0-2 0,0 4 0,2-6 0,-1-1 0,4 5 0,-2-10 0,3 11 0,-2 0 0,1 2 0,-5 4 0,5 1 0,-5-2 0,2 1 0,1 1 0,0-1 0,2-1 0,0 2 0,2-3 0,5 0 0,-3-2 0,11-7 0,-13 8 0,7-4 0,-9 12 0,-2-3 0,4 2 0,-4 0 0,5 1 0,-3 2 0,0 0 0,2 0 0,-1 2 0,4 1 0,14 8 0,-6-4 0,8 5 0,-13-7 0,-7-2 0,1 2 0,1-2 0,-2 2 0,1 0 0,-2 2 0,2-1 0,1 4 0,0-5 0,-2 3 0,0-3 0,-2 0 0,1 0 0,-3 0 0,0 2 0,1 1 0,0 0 0,2 2 0,-5-2 0,5 2 0,-5 1 0,5-3 0,-5-1 0,3-2 0,-3 0 0,0 0 0,0 3 0,0 0 0,-3 0 0,3 1 0,-3-1 0,3 3 0,0-3 0,-2 1 0,-1-5 0,0 3 0,-1-5 0,3 3 0,-3 3 0,1-2 0,-2 1 0,-1-2 0,1 0 0,0 0 0,-3 3 0,3 0 0,-3 2 0,5 10 0,-2-3 0,2 4 0,-2-7 0,2-6 0,3-2 0,2-4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17.651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1 16383,'16'5'0,"-3"0"0,-3-5 0,-7 0 0,2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19.901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22 327 16383,'16'0'0,"-2"0"0,-6 0 0,0 0 0,-3 0 0,0 0 0,0 0 0,2 0 0,-1 0 0,4 0 0,-2-2 0,2-1 0,0 0 0,1-2 0,-3 5 0,-1-5 0,-2 2 0,-2-2 0,1 2 0,-1-2 0,2 5 0,0-7 0,1 4 0,-1-3 0,0 2 0,0 1 0,-2-2 0,1-1 0,-1 4 0,0-5 0,1 6 0,-1-9 0,2 7 0,0-7 0,3 4 0,-2-4 0,1 2 0,-4 0 0,1-1 0,-3 3 0,3-4 0,-3 4 0,1-1 0,-2 2 0,0-1 0,0-1 0,0 1 0,2-4 0,-1 5 0,1-3 0,-2 3 0,0 0 0,0-3 0,0 0 0,0 0 0,-2 1 0,1 1 0,-3 1 0,1 0 0,-2 0 0,0 2 0,-1-2 0,3 2 0,-1-2 0,1 2 0,-2-1 0,0 3 0,-3-6 0,2 4 0,-3-2 0,0 0 0,1 4 0,-1-1 0,3 2 0,-2 0 0,3 0 0,-2 0 0,-1 0 0,-3 2 0,-9 3 0,7 2 0,-8 0 0,11 1 0,2-3 0,3 0 0,2 0 0,1 0 0,1 0 0,-3 0 0,1 3 0,-5-3 0,3 3 0,-3-3 0,3 2 0,2-1 0,-2 4 0,5-5 0,-2 3 0,2-3 0,0 0 0,-3 0 0,3 0 0,-5 0 0,4 0 0,-1 1 0,2-1 0,0 2 0,0 1 0,2 0 0,1 2 0,0-5 0,2 5 0,-3-4 0,4 3 0,-1-1 0,2 0 0,-1 2 0,1-4 0,-2 4 0,0-3 0,0-1 0,-2 1 0,0-4 0,-1 2 0,-2 2 0,3 1 0,-3 3 0,2-1 0,1-2 0,0 2 0,1-5 0,-3 3 0,3-3 0,-3 0 0,3 0 0,-1 0 0,2 0 0,-2 3 0,2-3 0,-3 3 0,3-3 0,1 0 0,-1 0 0,0-2 0,0 1 0,0-3 0,0 1 0,0-2 0,0 0 0,0 0 0,0 0 0,1 0 0,-1 0 0,0 0 0,0 0 0,0 0 0,0 0 0,0 0 0,3 0 0,0 2 0,2-1 0,-2 1 0,1-2 0,-3 0 0,2 0 0,-3 0 0,0 0 0,0 0 0,0 0 0,0 0 0,0 0 0,0 0 0,0 0 0,0 0 0,1 0 0,-1 0 0,0 0 0,0 0 0,0 0 0,0 0 0,0 0 0,0 0 0,0 0 0,3 0 0,0 0 0,2-2 0,-2 1 0,-1-1 0,-2 2 0,1 0 0,-1-7 0,-2 5 0,-1-5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22.08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0 0 16383,'14'17'0,"-3"-3"0,-3 0 0,-5-4 0,1-2 0,-3 2 0,3-2 0,-3 2 0,1 0 0,1 4 0,-2-2 0,5 12 0,-3-11 0,2 11 0,0-9 0,-5 10 0,3-8 0,-3 3 0,0-6 0,0-2 0,0 2 0,0 0 0,0-3 0,0 3 0,0-4 0,0 0 0,0-2 0,0 2 0,0-2 0,0 0 0,0 2 0,0-2 0,0 12 0,-2-7 0,1 11 0,-1-12 0,2 2 0,0-6 0,0-1 0,0-2 0,-8-17 0,7 5 0,-7-14 0,5 7 0,-1-7 0,-3 0 0,3-4 0,-2 0 0,2 4 0,-1-10 0,0 10 0,4-4 0,-2 10 0,3 1 0,-3 0 0,3-2 0,-3-2 0,3 3 0,0 0 0,0 1 0,0 5 0,2-2 0,1 6 0,0 0 0,1 2 0,2 0 0,6-1 0,-1 0 0,4-3 0,-4 2 0,9-2 0,-7 4 0,7-3 0,-12 5 0,0-1 0,-5 0 0,3 1 0,-2-1 0,3 2 0,-2 0 0,3 0 0,-3 0 0,3 0 0,-3 0 0,0 0 0,2 0 0,10 0 0,-5 0 0,7 0 0,-9 0 0,-2 0 0,2 0 0,-5 0 0,5 2 0,-4 3 0,3-1 0,-3 0 0,4 1 0,-5-4 0,3 3 0,-1-4 0,-3 3 0,3-3 0,-5 5 0,3-2 0,1 2 0,1 0 0,-1 0 0,1 0 0,0 0 0,-1 0 0,-1 0 0,2 0 0,-3 3 0,3-3 0,-2 3 0,0-1 0,0 1 0,3 3 0,-3-4 0,3 3 0,-3-4 0,-2 4 0,1-5 0,-3 3 0,1-3 0,-2 0 0,0 0 0,0 2 0,0-1 0,0 4 0,2-2 0,-1 2 0,1 0 0,-2-2 0,0 0 0,0-3 0,0 0 0,0 0 0,0 0 0,-2 0 0,1 0 0,-1 0 0,0 3 0,1-3 0,-1 3 0,-1-3 0,3 2 0,-5-3 0,5 5 0,-5-8 0,4 8 0,-3-5 0,3 3 0,-1-2 0,2 0 0,0 0 0,-2 0 0,1 0 0,-1 1 0,-1-1 0,1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23.36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75 0 16383,'0'16'0,"-2"-1"0,1-5 0,-1 0 0,2 11 0,0-4 0,0 8 0,-4 0 0,3-9 0,-3 15 0,2-14 0,1 29 0,-5-22 0,6 16 0,-3-21 0,3-4 0,0-1 0,-2-4 0,1 0 0,-4 1 0,5 3 0,-3 7 0,1 0 0,1 10 0,-2-10 0,3 0 0,0-7 0,0-4 0,0-2 0,0 2 0,0-4 0,0 1 0,0 1 0,0-3 0,0 5 0,0 2 0,0-1 0,0 7 0,0-7 0,0 1 0,0-3 0,0-3 0,0 1 0,0-1 0,0-1 0,0 0 0,0 2 0,0 1 0,0 0 0,0 6 0,0-6 0,0 23 0,2-16 0,-1 9 0,1-16 0,-2-3 0,0 0 0,-7-2 0,3-1 0,-8-2 0,6-2 0,1 1 0,3-1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24.664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32 16383,'13'0'0,"-1"0"0,-7 0 0,1 0 0,-1 0 0,0 0 0,2-3 0,-1 3 0,1-2 0,-2 2 0,0 0 0,0 0 0,1 0 0,-1 0 0,0 0 0,0 0 0,2 0 0,-1-3 0,1 3 0,-2-3 0,1 3 0,-1 0 0,0 0 0,2 0 0,-1 0 0,4-2 0,-5 1 0,5-1 0,-2 2 0,0 0 0,2 0 0,-2 0 0,0 0 0,-1-2 0,-2 1 0,2-1 0,-1 2 0,2 0 0,-3-2 0,0 1 0,0-1 0,0 2 0,0 0 0,0 0 0,0 0 0,0 0 0,0 0 0,1 0 0,-1 0 0,0 0 0,0-3 0,0 3 0,0-2 0,0 2 0,5 0 0,-4 0 0,6 0 0,-6 0 0,1 0 0,-2 0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2:39.643"/>
    </inkml:context>
    <inkml:brush xml:id="br0">
      <inkml:brushProperty name="width" value="0.2" units="cm"/>
      <inkml:brushProperty name="height" value="1.2" units="cm"/>
      <inkml:brushProperty name="color" value="#FFFFFF"/>
      <inkml:brushProperty name="inkEffects" value="pencil"/>
    </inkml:brush>
  </inkml:definitions>
  <inkml:trace contextRef="#ctx0" brushRef="#br0">1 0 16383,'0'0'0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32960-581F-B54D-B2E3-BC5EB6C2DE50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C9F01-16E9-4D4E-B437-1643331BD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8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53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36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81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10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6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71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7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54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53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68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403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1666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19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0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03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270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65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06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hf sldNum="0" hdr="0" ftr="0" dt="0"/>
  <p:txStyles>
    <p:titleStyle>
      <a:lvl1pPr algn="ctr" defTabSz="457200" rtl="0" eaLnBrk="1" latinLnBrk="0" hangingPunct="1">
        <a:lnSpc>
          <a:spcPct val="100000"/>
        </a:lnSpc>
        <a:spcBef>
          <a:spcPct val="0"/>
        </a:spcBef>
        <a:buNone/>
        <a:defRPr sz="4000" i="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8.png"/><Relationship Id="rId21" Type="http://schemas.openxmlformats.org/officeDocument/2006/relationships/image" Target="../media/image15.png"/><Relationship Id="rId42" Type="http://schemas.openxmlformats.org/officeDocument/2006/relationships/customXml" Target="../ink/ink18.xml"/><Relationship Id="rId63" Type="http://schemas.openxmlformats.org/officeDocument/2006/relationships/image" Target="../media/image39.png"/><Relationship Id="rId84" Type="http://schemas.openxmlformats.org/officeDocument/2006/relationships/image" Target="../media/image52.png"/><Relationship Id="rId138" Type="http://schemas.openxmlformats.org/officeDocument/2006/relationships/customXml" Target="../ink/ink63.xml"/><Relationship Id="rId107" Type="http://schemas.openxmlformats.org/officeDocument/2006/relationships/image" Target="../media/image63.png"/><Relationship Id="rId11" Type="http://schemas.openxmlformats.org/officeDocument/2006/relationships/image" Target="../media/image10.png"/><Relationship Id="rId32" Type="http://schemas.openxmlformats.org/officeDocument/2006/relationships/customXml" Target="../ink/ink13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26.xml"/><Relationship Id="rId74" Type="http://schemas.openxmlformats.org/officeDocument/2006/relationships/customXml" Target="../ink/ink34.xml"/><Relationship Id="rId79" Type="http://schemas.openxmlformats.org/officeDocument/2006/relationships/image" Target="../media/image47.png"/><Relationship Id="rId102" Type="http://schemas.openxmlformats.org/officeDocument/2006/relationships/customXml" Target="../ink/ink45.xml"/><Relationship Id="rId123" Type="http://schemas.openxmlformats.org/officeDocument/2006/relationships/image" Target="../media/image71.png"/><Relationship Id="rId128" Type="http://schemas.openxmlformats.org/officeDocument/2006/relationships/customXml" Target="../ink/ink58.xml"/><Relationship Id="rId5" Type="http://schemas.openxmlformats.org/officeDocument/2006/relationships/image" Target="../media/image7.png"/><Relationship Id="rId90" Type="http://schemas.openxmlformats.org/officeDocument/2006/relationships/customXml" Target="../ink/ink39.xml"/><Relationship Id="rId95" Type="http://schemas.openxmlformats.org/officeDocument/2006/relationships/image" Target="../media/image57.png"/><Relationship Id="rId22" Type="http://schemas.openxmlformats.org/officeDocument/2006/relationships/image" Target="../media/image16.png"/><Relationship Id="rId27" Type="http://schemas.openxmlformats.org/officeDocument/2006/relationships/image" Target="../media/image21.svg"/><Relationship Id="rId43" Type="http://schemas.openxmlformats.org/officeDocument/2006/relationships/image" Target="../media/image29.png"/><Relationship Id="rId48" Type="http://schemas.openxmlformats.org/officeDocument/2006/relationships/customXml" Target="../ink/ink21.xml"/><Relationship Id="rId64" Type="http://schemas.openxmlformats.org/officeDocument/2006/relationships/customXml" Target="../ink/ink29.xml"/><Relationship Id="rId69" Type="http://schemas.openxmlformats.org/officeDocument/2006/relationships/image" Target="../media/image42.png"/><Relationship Id="rId113" Type="http://schemas.openxmlformats.org/officeDocument/2006/relationships/image" Target="../media/image66.png"/><Relationship Id="rId118" Type="http://schemas.openxmlformats.org/officeDocument/2006/relationships/customXml" Target="../ink/ink53.xml"/><Relationship Id="rId134" Type="http://schemas.openxmlformats.org/officeDocument/2006/relationships/customXml" Target="../ink/ink61.xml"/><Relationship Id="rId139" Type="http://schemas.openxmlformats.org/officeDocument/2006/relationships/image" Target="../media/image79.png"/><Relationship Id="rId80" Type="http://schemas.openxmlformats.org/officeDocument/2006/relationships/image" Target="../media/image48.png"/><Relationship Id="rId85" Type="http://schemas.microsoft.com/office/2007/relationships/hdphoto" Target="../media/hdphoto1.wdp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33" Type="http://schemas.openxmlformats.org/officeDocument/2006/relationships/image" Target="../media/image24.png"/><Relationship Id="rId38" Type="http://schemas.openxmlformats.org/officeDocument/2006/relationships/customXml" Target="../ink/ink16.xml"/><Relationship Id="rId59" Type="http://schemas.openxmlformats.org/officeDocument/2006/relationships/image" Target="../media/image37.png"/><Relationship Id="rId103" Type="http://schemas.openxmlformats.org/officeDocument/2006/relationships/image" Target="../media/image61.png"/><Relationship Id="rId108" Type="http://schemas.openxmlformats.org/officeDocument/2006/relationships/customXml" Target="../ink/ink48.xml"/><Relationship Id="rId124" Type="http://schemas.openxmlformats.org/officeDocument/2006/relationships/customXml" Target="../ink/ink56.xml"/><Relationship Id="rId129" Type="http://schemas.openxmlformats.org/officeDocument/2006/relationships/image" Target="../media/image74.png"/><Relationship Id="rId54" Type="http://schemas.openxmlformats.org/officeDocument/2006/relationships/customXml" Target="../ink/ink24.xml"/><Relationship Id="rId70" Type="http://schemas.openxmlformats.org/officeDocument/2006/relationships/customXml" Target="../ink/ink32.xml"/><Relationship Id="rId75" Type="http://schemas.openxmlformats.org/officeDocument/2006/relationships/image" Target="../media/image45.png"/><Relationship Id="rId91" Type="http://schemas.openxmlformats.org/officeDocument/2006/relationships/image" Target="../media/image55.png"/><Relationship Id="rId96" Type="http://schemas.openxmlformats.org/officeDocument/2006/relationships/customXml" Target="../ink/ink42.xml"/><Relationship Id="rId140" Type="http://schemas.openxmlformats.org/officeDocument/2006/relationships/customXml" Target="../ink/ink6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7.svg"/><Relationship Id="rId28" Type="http://schemas.openxmlformats.org/officeDocument/2006/relationships/customXml" Target="../ink/ink11.xml"/><Relationship Id="rId49" Type="http://schemas.openxmlformats.org/officeDocument/2006/relationships/image" Target="../media/image32.png"/><Relationship Id="rId114" Type="http://schemas.openxmlformats.org/officeDocument/2006/relationships/customXml" Target="../ink/ink51.xml"/><Relationship Id="rId119" Type="http://schemas.openxmlformats.org/officeDocument/2006/relationships/image" Target="../media/image69.png"/><Relationship Id="rId44" Type="http://schemas.openxmlformats.org/officeDocument/2006/relationships/customXml" Target="../ink/ink19.xml"/><Relationship Id="rId60" Type="http://schemas.openxmlformats.org/officeDocument/2006/relationships/customXml" Target="../ink/ink27.xml"/><Relationship Id="rId65" Type="http://schemas.openxmlformats.org/officeDocument/2006/relationships/image" Target="../media/image40.png"/><Relationship Id="rId81" Type="http://schemas.openxmlformats.org/officeDocument/2006/relationships/image" Target="../media/image49.png"/><Relationship Id="rId86" Type="http://schemas.openxmlformats.org/officeDocument/2006/relationships/customXml" Target="../ink/ink37.xml"/><Relationship Id="rId130" Type="http://schemas.openxmlformats.org/officeDocument/2006/relationships/customXml" Target="../ink/ink59.xml"/><Relationship Id="rId135" Type="http://schemas.openxmlformats.org/officeDocument/2006/relationships/image" Target="../media/image77.png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39" Type="http://schemas.openxmlformats.org/officeDocument/2006/relationships/image" Target="../media/image27.png"/><Relationship Id="rId109" Type="http://schemas.openxmlformats.org/officeDocument/2006/relationships/image" Target="../media/image64.png"/><Relationship Id="rId34" Type="http://schemas.openxmlformats.org/officeDocument/2006/relationships/customXml" Target="../ink/ink14.xml"/><Relationship Id="rId50" Type="http://schemas.openxmlformats.org/officeDocument/2006/relationships/customXml" Target="../ink/ink22.xml"/><Relationship Id="rId55" Type="http://schemas.openxmlformats.org/officeDocument/2006/relationships/image" Target="../media/image35.png"/><Relationship Id="rId76" Type="http://schemas.openxmlformats.org/officeDocument/2006/relationships/customXml" Target="../ink/ink35.xml"/><Relationship Id="rId97" Type="http://schemas.openxmlformats.org/officeDocument/2006/relationships/image" Target="../media/image58.png"/><Relationship Id="rId104" Type="http://schemas.openxmlformats.org/officeDocument/2006/relationships/customXml" Target="../ink/ink46.xml"/><Relationship Id="rId120" Type="http://schemas.openxmlformats.org/officeDocument/2006/relationships/customXml" Target="../ink/ink54.xml"/><Relationship Id="rId125" Type="http://schemas.openxmlformats.org/officeDocument/2006/relationships/image" Target="../media/image72.png"/><Relationship Id="rId141" Type="http://schemas.openxmlformats.org/officeDocument/2006/relationships/image" Target="../media/image80.png"/><Relationship Id="rId7" Type="http://schemas.openxmlformats.org/officeDocument/2006/relationships/image" Target="../media/image8.png"/><Relationship Id="rId71" Type="http://schemas.openxmlformats.org/officeDocument/2006/relationships/image" Target="../media/image43.png"/><Relationship Id="rId92" Type="http://schemas.openxmlformats.org/officeDocument/2006/relationships/customXml" Target="../ink/ink40.xml"/><Relationship Id="rId2" Type="http://schemas.openxmlformats.org/officeDocument/2006/relationships/customXml" Target="../ink/ink1.xml"/><Relationship Id="rId29" Type="http://schemas.openxmlformats.org/officeDocument/2006/relationships/image" Target="../media/image22.png"/><Relationship Id="rId24" Type="http://schemas.openxmlformats.org/officeDocument/2006/relationships/image" Target="../media/image18.png"/><Relationship Id="rId40" Type="http://schemas.openxmlformats.org/officeDocument/2006/relationships/customXml" Target="../ink/ink17.xml"/><Relationship Id="rId45" Type="http://schemas.openxmlformats.org/officeDocument/2006/relationships/image" Target="../media/image30.png"/><Relationship Id="rId66" Type="http://schemas.openxmlformats.org/officeDocument/2006/relationships/customXml" Target="../ink/ink30.xml"/><Relationship Id="rId87" Type="http://schemas.openxmlformats.org/officeDocument/2006/relationships/image" Target="../media/image53.png"/><Relationship Id="rId110" Type="http://schemas.openxmlformats.org/officeDocument/2006/relationships/customXml" Target="../ink/ink49.xml"/><Relationship Id="rId115" Type="http://schemas.openxmlformats.org/officeDocument/2006/relationships/image" Target="../media/image67.png"/><Relationship Id="rId131" Type="http://schemas.openxmlformats.org/officeDocument/2006/relationships/image" Target="../media/image75.png"/><Relationship Id="rId136" Type="http://schemas.openxmlformats.org/officeDocument/2006/relationships/customXml" Target="../ink/ink62.xml"/><Relationship Id="rId61" Type="http://schemas.openxmlformats.org/officeDocument/2006/relationships/image" Target="../media/image38.png"/><Relationship Id="rId82" Type="http://schemas.openxmlformats.org/officeDocument/2006/relationships/image" Target="../media/image50.png"/><Relationship Id="rId19" Type="http://schemas.openxmlformats.org/officeDocument/2006/relationships/image" Target="../media/image14.png"/><Relationship Id="rId14" Type="http://schemas.openxmlformats.org/officeDocument/2006/relationships/customXml" Target="../ink/ink7.xml"/><Relationship Id="rId30" Type="http://schemas.openxmlformats.org/officeDocument/2006/relationships/customXml" Target="../ink/ink12.xml"/><Relationship Id="rId35" Type="http://schemas.openxmlformats.org/officeDocument/2006/relationships/image" Target="../media/image25.png"/><Relationship Id="rId56" Type="http://schemas.openxmlformats.org/officeDocument/2006/relationships/customXml" Target="../ink/ink25.xml"/><Relationship Id="rId77" Type="http://schemas.openxmlformats.org/officeDocument/2006/relationships/image" Target="../media/image46.png"/><Relationship Id="rId100" Type="http://schemas.openxmlformats.org/officeDocument/2006/relationships/customXml" Target="../ink/ink44.xml"/><Relationship Id="rId105" Type="http://schemas.openxmlformats.org/officeDocument/2006/relationships/image" Target="../media/image62.png"/><Relationship Id="rId126" Type="http://schemas.openxmlformats.org/officeDocument/2006/relationships/customXml" Target="../ink/ink57.xml"/><Relationship Id="rId8" Type="http://schemas.openxmlformats.org/officeDocument/2006/relationships/customXml" Target="../ink/ink4.xml"/><Relationship Id="rId51" Type="http://schemas.openxmlformats.org/officeDocument/2006/relationships/image" Target="../media/image33.png"/><Relationship Id="rId72" Type="http://schemas.openxmlformats.org/officeDocument/2006/relationships/customXml" Target="../ink/ink33.xml"/><Relationship Id="rId93" Type="http://schemas.openxmlformats.org/officeDocument/2006/relationships/image" Target="../media/image56.png"/><Relationship Id="rId98" Type="http://schemas.openxmlformats.org/officeDocument/2006/relationships/customXml" Target="../ink/ink43.xml"/><Relationship Id="rId121" Type="http://schemas.openxmlformats.org/officeDocument/2006/relationships/image" Target="../media/image70.png"/><Relationship Id="rId142" Type="http://schemas.openxmlformats.org/officeDocument/2006/relationships/customXml" Target="../ink/ink65.xml"/><Relationship Id="rId3" Type="http://schemas.openxmlformats.org/officeDocument/2006/relationships/image" Target="../media/image6.png"/><Relationship Id="rId25" Type="http://schemas.openxmlformats.org/officeDocument/2006/relationships/image" Target="../media/image19.png"/><Relationship Id="rId46" Type="http://schemas.openxmlformats.org/officeDocument/2006/relationships/customXml" Target="../ink/ink20.xml"/><Relationship Id="rId67" Type="http://schemas.openxmlformats.org/officeDocument/2006/relationships/image" Target="../media/image41.png"/><Relationship Id="rId116" Type="http://schemas.openxmlformats.org/officeDocument/2006/relationships/customXml" Target="../ink/ink52.xml"/><Relationship Id="rId137" Type="http://schemas.openxmlformats.org/officeDocument/2006/relationships/image" Target="../media/image78.png"/><Relationship Id="rId20" Type="http://schemas.openxmlformats.org/officeDocument/2006/relationships/customXml" Target="../ink/ink10.xml"/><Relationship Id="rId41" Type="http://schemas.openxmlformats.org/officeDocument/2006/relationships/image" Target="../media/image28.png"/><Relationship Id="rId62" Type="http://schemas.openxmlformats.org/officeDocument/2006/relationships/customXml" Target="../ink/ink28.xml"/><Relationship Id="rId83" Type="http://schemas.openxmlformats.org/officeDocument/2006/relationships/image" Target="../media/image51.png"/><Relationship Id="rId88" Type="http://schemas.openxmlformats.org/officeDocument/2006/relationships/customXml" Target="../ink/ink38.xml"/><Relationship Id="rId111" Type="http://schemas.openxmlformats.org/officeDocument/2006/relationships/image" Target="../media/image65.png"/><Relationship Id="rId132" Type="http://schemas.openxmlformats.org/officeDocument/2006/relationships/customXml" Target="../ink/ink60.xml"/><Relationship Id="rId15" Type="http://schemas.openxmlformats.org/officeDocument/2006/relationships/image" Target="../media/image12.png"/><Relationship Id="rId36" Type="http://schemas.openxmlformats.org/officeDocument/2006/relationships/customXml" Target="../ink/ink15.xml"/><Relationship Id="rId57" Type="http://schemas.openxmlformats.org/officeDocument/2006/relationships/image" Target="../media/image36.png"/><Relationship Id="rId106" Type="http://schemas.openxmlformats.org/officeDocument/2006/relationships/customXml" Target="../ink/ink47.xml"/><Relationship Id="rId127" Type="http://schemas.openxmlformats.org/officeDocument/2006/relationships/image" Target="../media/image73.png"/><Relationship Id="rId10" Type="http://schemas.openxmlformats.org/officeDocument/2006/relationships/customXml" Target="../ink/ink5.xml"/><Relationship Id="rId31" Type="http://schemas.openxmlformats.org/officeDocument/2006/relationships/image" Target="../media/image23.png"/><Relationship Id="rId52" Type="http://schemas.openxmlformats.org/officeDocument/2006/relationships/customXml" Target="../ink/ink23.xml"/><Relationship Id="rId73" Type="http://schemas.openxmlformats.org/officeDocument/2006/relationships/image" Target="../media/image44.png"/><Relationship Id="rId78" Type="http://schemas.openxmlformats.org/officeDocument/2006/relationships/customXml" Target="../ink/ink36.xml"/><Relationship Id="rId94" Type="http://schemas.openxmlformats.org/officeDocument/2006/relationships/customXml" Target="../ink/ink41.xml"/><Relationship Id="rId99" Type="http://schemas.openxmlformats.org/officeDocument/2006/relationships/image" Target="../media/image59.png"/><Relationship Id="rId101" Type="http://schemas.openxmlformats.org/officeDocument/2006/relationships/image" Target="../media/image60.png"/><Relationship Id="rId122" Type="http://schemas.openxmlformats.org/officeDocument/2006/relationships/customXml" Target="../ink/ink55.xml"/><Relationship Id="rId143" Type="http://schemas.openxmlformats.org/officeDocument/2006/relationships/image" Target="../media/image81.png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26" Type="http://schemas.openxmlformats.org/officeDocument/2006/relationships/image" Target="../media/image20.png"/><Relationship Id="rId47" Type="http://schemas.openxmlformats.org/officeDocument/2006/relationships/image" Target="../media/image31.png"/><Relationship Id="rId68" Type="http://schemas.openxmlformats.org/officeDocument/2006/relationships/customXml" Target="../ink/ink31.xml"/><Relationship Id="rId89" Type="http://schemas.openxmlformats.org/officeDocument/2006/relationships/image" Target="../media/image54.png"/><Relationship Id="rId112" Type="http://schemas.openxmlformats.org/officeDocument/2006/relationships/customXml" Target="../ink/ink50.xml"/><Relationship Id="rId133" Type="http://schemas.openxmlformats.org/officeDocument/2006/relationships/image" Target="../media/image76.png"/><Relationship Id="rId16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CC04E8-2031-95D1-4E64-5761A4B20C77}"/>
              </a:ext>
            </a:extLst>
          </p:cNvPr>
          <p:cNvGrpSpPr/>
          <p:nvPr/>
        </p:nvGrpSpPr>
        <p:grpSpPr>
          <a:xfrm>
            <a:off x="4609740" y="563636"/>
            <a:ext cx="474480" cy="662760"/>
            <a:chOff x="3520836" y="486855"/>
            <a:chExt cx="474480" cy="6627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DF00B21-2AB9-ABBE-76F0-512DEC20237D}"/>
                    </a:ext>
                  </a:extLst>
                </p14:cNvPr>
                <p14:cNvContentPartPr/>
                <p14:nvPr/>
              </p14:nvContentPartPr>
              <p14:xfrm>
                <a:off x="3520836" y="703935"/>
                <a:ext cx="73800" cy="445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DF00B21-2AB9-ABBE-76F0-512DEC2023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84836" y="488295"/>
                  <a:ext cx="14544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5B5E56-E822-AF6A-E46E-B708DB506B86}"/>
                    </a:ext>
                  </a:extLst>
                </p14:cNvPr>
                <p14:cNvContentPartPr/>
                <p14:nvPr/>
              </p14:nvContentPartPr>
              <p14:xfrm>
                <a:off x="3724956" y="774855"/>
                <a:ext cx="270360" cy="31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5B5E56-E822-AF6A-E46E-B708DB506B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88956" y="559215"/>
                  <a:ext cx="34200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D94B8ED-0013-3518-DB5C-8E1D9DDA8E91}"/>
                    </a:ext>
                  </a:extLst>
                </p14:cNvPr>
                <p14:cNvContentPartPr/>
                <p14:nvPr/>
              </p14:nvContentPartPr>
              <p14:xfrm>
                <a:off x="3630996" y="486855"/>
                <a:ext cx="65520" cy="6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D94B8ED-0013-3518-DB5C-8E1D9DDA8E9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95356" y="270855"/>
                  <a:ext cx="137160" cy="50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1640733-2305-F5A5-B94B-9C1A5F99A0F7}"/>
              </a:ext>
            </a:extLst>
          </p:cNvPr>
          <p:cNvGrpSpPr/>
          <p:nvPr/>
        </p:nvGrpSpPr>
        <p:grpSpPr>
          <a:xfrm>
            <a:off x="5728980" y="528356"/>
            <a:ext cx="1753920" cy="681120"/>
            <a:chOff x="4640076" y="451575"/>
            <a:chExt cx="1753920" cy="6811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6C7F9A-BDA1-365A-3C99-7F9082562A61}"/>
                    </a:ext>
                  </a:extLst>
                </p14:cNvPr>
                <p14:cNvContentPartPr/>
                <p14:nvPr/>
              </p14:nvContentPartPr>
              <p14:xfrm>
                <a:off x="4640076" y="764775"/>
                <a:ext cx="242280" cy="333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6C7F9A-BDA1-365A-3C99-7F9082562A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04076" y="549135"/>
                  <a:ext cx="31392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26F7D5E-B9FD-56F4-5261-E40513EA4342}"/>
                    </a:ext>
                  </a:extLst>
                </p14:cNvPr>
                <p14:cNvContentPartPr/>
                <p14:nvPr/>
              </p14:nvContentPartPr>
              <p14:xfrm>
                <a:off x="5073156" y="764775"/>
                <a:ext cx="208080" cy="351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26F7D5E-B9FD-56F4-5261-E40513EA43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37516" y="549135"/>
                  <a:ext cx="279720" cy="78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B5B7DD7-8836-0C4A-C34C-08B4F0CE1FED}"/>
                    </a:ext>
                  </a:extLst>
                </p14:cNvPr>
                <p14:cNvContentPartPr/>
                <p14:nvPr/>
              </p14:nvContentPartPr>
              <p14:xfrm>
                <a:off x="5396796" y="451575"/>
                <a:ext cx="73440" cy="681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B5B7DD7-8836-0C4A-C34C-08B4F0CE1F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0796" y="235575"/>
                  <a:ext cx="145080" cy="11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089A0AB-AF79-4994-3E79-52B98E300EFE}"/>
                    </a:ext>
                  </a:extLst>
                </p14:cNvPr>
                <p14:cNvContentPartPr/>
                <p14:nvPr/>
              </p14:nvContentPartPr>
              <p14:xfrm>
                <a:off x="5443236" y="893295"/>
                <a:ext cx="201600" cy="235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089A0AB-AF79-4994-3E79-52B98E300E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07236" y="677295"/>
                  <a:ext cx="27324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0022A59-7FCB-13DC-8F7E-EC6C623D476B}"/>
                    </a:ext>
                  </a:extLst>
                </p14:cNvPr>
                <p14:cNvContentPartPr/>
                <p14:nvPr/>
              </p14:nvContentPartPr>
              <p14:xfrm>
                <a:off x="5439996" y="823815"/>
                <a:ext cx="293400" cy="62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0022A59-7FCB-13DC-8F7E-EC6C623D47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4356" y="607815"/>
                  <a:ext cx="36504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741CA22-7527-0174-BADC-7F78F84876EA}"/>
                    </a:ext>
                  </a:extLst>
                </p14:cNvPr>
                <p14:cNvContentPartPr/>
                <p14:nvPr/>
              </p14:nvContentPartPr>
              <p14:xfrm>
                <a:off x="5925276" y="522135"/>
                <a:ext cx="51480" cy="590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741CA22-7527-0174-BADC-7F78F84876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89276" y="306135"/>
                  <a:ext cx="12312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4C9C5B9-5DE4-D087-056F-8B6B97B2B38F}"/>
                    </a:ext>
                  </a:extLst>
                </p14:cNvPr>
                <p14:cNvContentPartPr/>
                <p14:nvPr/>
              </p14:nvContentPartPr>
              <p14:xfrm>
                <a:off x="5871276" y="935055"/>
                <a:ext cx="522720" cy="20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4C9C5B9-5DE4-D087-056F-8B6B97B2B3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35276" y="719415"/>
                  <a:ext cx="594360" cy="451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6" name="Graphic 75">
            <a:extLst>
              <a:ext uri="{FF2B5EF4-FFF2-40B4-BE49-F238E27FC236}">
                <a16:creationId xmlns:a16="http://schemas.microsoft.com/office/drawing/2014/main" id="{1919C9A6-D75B-1B15-EBF6-8ECC0BE444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91982" y="2685068"/>
            <a:ext cx="1143000" cy="2166677"/>
          </a:xfrm>
          <a:prstGeom prst="rect">
            <a:avLst/>
          </a:prstGeom>
        </p:spPr>
      </p:pic>
      <p:pic>
        <p:nvPicPr>
          <p:cNvPr id="77" name="Picture 10" descr="Quarkus Brand - Quarkus">
            <a:extLst>
              <a:ext uri="{FF2B5EF4-FFF2-40B4-BE49-F238E27FC236}">
                <a16:creationId xmlns:a16="http://schemas.microsoft.com/office/drawing/2014/main" id="{9A1967BB-EE9B-6A08-6574-9AF557C90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68" y="22860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12">
            <a:extLst>
              <a:ext uri="{FF2B5EF4-FFF2-40B4-BE49-F238E27FC236}">
                <a16:creationId xmlns:a16="http://schemas.microsoft.com/office/drawing/2014/main" id="{DB3140C8-04E7-ECF9-D427-6418FE46F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80" y="5413474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B3C35A43-E160-3629-AA21-70B07E3C490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25462" y="4053465"/>
            <a:ext cx="1143000" cy="11773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2ED1FAF-2869-1F14-5F0A-B672D3C5F863}"/>
                  </a:ext>
                </a:extLst>
              </p14:cNvPr>
              <p14:cNvContentPartPr/>
              <p14:nvPr/>
            </p14:nvContentPartPr>
            <p14:xfrm>
              <a:off x="3139596" y="2055375"/>
              <a:ext cx="722160" cy="4518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2ED1FAF-2869-1F14-5F0A-B672D3C5F86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03596" y="1839375"/>
                <a:ext cx="793800" cy="49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266F723-2273-D654-5ABE-E25DCA81DE69}"/>
                  </a:ext>
                </a:extLst>
              </p14:cNvPr>
              <p14:cNvContentPartPr/>
              <p14:nvPr/>
            </p14:nvContentPartPr>
            <p14:xfrm>
              <a:off x="445716" y="1415655"/>
              <a:ext cx="19440" cy="3960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266F723-2273-D654-5ABE-E25DCA81DE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0076" y="1200015"/>
                <a:ext cx="91080" cy="8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A0F6732-4B7E-A709-EF83-1EA63A202130}"/>
                  </a:ext>
                </a:extLst>
              </p14:cNvPr>
              <p14:cNvContentPartPr/>
              <p14:nvPr/>
            </p14:nvContentPartPr>
            <p14:xfrm>
              <a:off x="352116" y="1381455"/>
              <a:ext cx="249840" cy="3855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A0F6732-4B7E-A709-EF83-1EA63A20213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6476" y="1165455"/>
                <a:ext cx="321480" cy="81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0828DCE-660C-CCED-D7A3-3533D0EDC635}"/>
                  </a:ext>
                </a:extLst>
              </p14:cNvPr>
              <p14:cNvContentPartPr/>
              <p14:nvPr/>
            </p14:nvContentPartPr>
            <p14:xfrm>
              <a:off x="718236" y="1497015"/>
              <a:ext cx="102960" cy="2728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0828DCE-660C-CCED-D7A3-3533D0EDC6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2236" y="1281375"/>
                <a:ext cx="174600" cy="7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25059D0-2A11-BFB7-BDA4-4A48EE263F04}"/>
                  </a:ext>
                </a:extLst>
              </p14:cNvPr>
              <p14:cNvContentPartPr/>
              <p14:nvPr/>
            </p14:nvContentPartPr>
            <p14:xfrm>
              <a:off x="802116" y="1519695"/>
              <a:ext cx="48600" cy="2458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25059D0-2A11-BFB7-BDA4-4A48EE263F0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6476" y="1303695"/>
                <a:ext cx="120240" cy="67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1A98502-F31F-5B53-460D-2584CFBE7F34}"/>
                  </a:ext>
                </a:extLst>
              </p14:cNvPr>
              <p14:cNvContentPartPr/>
              <p14:nvPr/>
            </p14:nvContentPartPr>
            <p14:xfrm>
              <a:off x="921996" y="1471455"/>
              <a:ext cx="135360" cy="2379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1A98502-F31F-5B53-460D-2584CFBE7F3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85996" y="1255455"/>
                <a:ext cx="207000" cy="6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719E9D1-0D3B-D393-14B2-F5561CBC7198}"/>
                  </a:ext>
                </a:extLst>
              </p14:cNvPr>
              <p14:cNvContentPartPr/>
              <p14:nvPr/>
            </p14:nvContentPartPr>
            <p14:xfrm>
              <a:off x="1127556" y="1225935"/>
              <a:ext cx="43920" cy="5000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719E9D1-0D3B-D393-14B2-F5561CBC719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91916" y="1009935"/>
                <a:ext cx="115560" cy="9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8484805-1288-ECB1-34A0-789EA6769E81}"/>
                  </a:ext>
                </a:extLst>
              </p14:cNvPr>
              <p14:cNvContentPartPr/>
              <p14:nvPr/>
            </p14:nvContentPartPr>
            <p14:xfrm>
              <a:off x="1151316" y="1495215"/>
              <a:ext cx="156600" cy="1839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8484805-1288-ECB1-34A0-789EA6769E8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15316" y="1279575"/>
                <a:ext cx="228240" cy="6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0C93463-0503-48EF-A682-1E61C743EA28}"/>
                  </a:ext>
                </a:extLst>
              </p14:cNvPr>
              <p14:cNvContentPartPr/>
              <p14:nvPr/>
            </p14:nvContentPartPr>
            <p14:xfrm>
              <a:off x="1396116" y="1457415"/>
              <a:ext cx="171000" cy="1717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0C93463-0503-48EF-A682-1E61C743EA2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360116" y="1241775"/>
                <a:ext cx="242640" cy="60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B5385DC-D73E-E5CA-C065-931EAEFE61A1}"/>
              </a:ext>
            </a:extLst>
          </p:cNvPr>
          <p:cNvGrpSpPr/>
          <p:nvPr/>
        </p:nvGrpSpPr>
        <p:grpSpPr>
          <a:xfrm>
            <a:off x="1649916" y="1194615"/>
            <a:ext cx="375120" cy="466920"/>
            <a:chOff x="1649916" y="1194615"/>
            <a:chExt cx="375120" cy="4669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09E127-53B9-245E-1EB4-9FAD20F65108}"/>
                    </a:ext>
                  </a:extLst>
                </p14:cNvPr>
                <p14:cNvContentPartPr/>
                <p14:nvPr/>
              </p14:nvContentPartPr>
              <p14:xfrm>
                <a:off x="1649916" y="1468575"/>
                <a:ext cx="159840" cy="176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09E127-53B9-245E-1EB4-9FAD20F651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14276" y="1252935"/>
                  <a:ext cx="23148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A8EC8A7-202A-53EE-CD86-70854F0F491B}"/>
                    </a:ext>
                  </a:extLst>
                </p14:cNvPr>
                <p14:cNvContentPartPr/>
                <p14:nvPr/>
              </p14:nvContentPartPr>
              <p14:xfrm>
                <a:off x="1908396" y="1495935"/>
                <a:ext cx="91080" cy="95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A8EC8A7-202A-53EE-CD86-70854F0F49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72396" y="1280295"/>
                  <a:ext cx="16272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6C9A09F-A7CD-B1D7-D321-152DFA2AAE63}"/>
                    </a:ext>
                  </a:extLst>
                </p14:cNvPr>
                <p14:cNvContentPartPr/>
                <p14:nvPr/>
              </p14:nvContentPartPr>
              <p14:xfrm>
                <a:off x="1908396" y="1194615"/>
                <a:ext cx="116640" cy="466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6C9A09F-A7CD-B1D7-D321-152DFA2AAE6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72396" y="978615"/>
                  <a:ext cx="188280" cy="89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CFA757A-C310-6540-4974-D832BE9B9D6E}"/>
              </a:ext>
            </a:extLst>
          </p:cNvPr>
          <p:cNvGrpSpPr/>
          <p:nvPr/>
        </p:nvGrpSpPr>
        <p:grpSpPr>
          <a:xfrm>
            <a:off x="8629712" y="1174556"/>
            <a:ext cx="2844052" cy="5399179"/>
            <a:chOff x="7382144" y="1108215"/>
            <a:chExt cx="2844052" cy="5399179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B081E15-5BA6-70EB-1081-4992E5EB59C4}"/>
                    </a:ext>
                  </a:extLst>
                </p14:cNvPr>
                <p14:cNvContentPartPr/>
                <p14:nvPr/>
              </p14:nvContentPartPr>
              <p14:xfrm>
                <a:off x="7382144" y="1839634"/>
                <a:ext cx="687240" cy="4667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B081E15-5BA6-70EB-1081-4992E5EB59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46504" y="1623994"/>
                  <a:ext cx="758880" cy="50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41BA41F-78E8-7AB9-069B-D226A873CC17}"/>
                    </a:ext>
                  </a:extLst>
                </p14:cNvPr>
                <p14:cNvContentPartPr/>
                <p14:nvPr/>
              </p14:nvContentPartPr>
              <p14:xfrm>
                <a:off x="8575956" y="1123335"/>
                <a:ext cx="18720" cy="461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41BA41F-78E8-7AB9-069B-D226A873CC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39956" y="907335"/>
                  <a:ext cx="9036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AB6F74A-5AD7-520E-A296-6E26238EAB39}"/>
                    </a:ext>
                  </a:extLst>
                </p14:cNvPr>
                <p14:cNvContentPartPr/>
                <p14:nvPr/>
              </p14:nvContentPartPr>
              <p14:xfrm>
                <a:off x="8424036" y="1149615"/>
                <a:ext cx="475560" cy="41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AB6F74A-5AD7-520E-A296-6E26238EAB3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88396" y="933615"/>
                  <a:ext cx="5472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39C92A3-434C-889A-992D-42A7A42E17C9}"/>
                    </a:ext>
                  </a:extLst>
                </p14:cNvPr>
                <p14:cNvContentPartPr/>
                <p14:nvPr/>
              </p14:nvContentPartPr>
              <p14:xfrm>
                <a:off x="8899596" y="1149615"/>
                <a:ext cx="36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39C92A3-434C-889A-992D-42A7A42E17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63596" y="933615"/>
                  <a:ext cx="720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68BD456-D12B-84AE-0CD4-AA2B92CA6C8B}"/>
                    </a:ext>
                  </a:extLst>
                </p14:cNvPr>
                <p14:cNvContentPartPr/>
                <p14:nvPr/>
              </p14:nvContentPartPr>
              <p14:xfrm>
                <a:off x="8493516" y="1397655"/>
                <a:ext cx="67320" cy="6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68BD456-D12B-84AE-0CD4-AA2B92CA6C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57516" y="1181655"/>
                  <a:ext cx="1389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59BD01C-050B-FB60-2A0D-AD62C9BEB684}"/>
                    </a:ext>
                  </a:extLst>
                </p14:cNvPr>
                <p14:cNvContentPartPr/>
                <p14:nvPr/>
              </p14:nvContentPartPr>
              <p14:xfrm>
                <a:off x="8632116" y="1397655"/>
                <a:ext cx="179640" cy="1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59BD01C-050B-FB60-2A0D-AD62C9BEB68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96116" y="1181655"/>
                  <a:ext cx="2512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06C5AF-9791-7301-E493-CD5FDED10205}"/>
                    </a:ext>
                  </a:extLst>
                </p14:cNvPr>
                <p14:cNvContentPartPr/>
                <p14:nvPr/>
              </p14:nvContentPartPr>
              <p14:xfrm>
                <a:off x="8864676" y="1389735"/>
                <a:ext cx="120240" cy="190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406C5AF-9791-7301-E493-CD5FDED102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28676" y="1173735"/>
                  <a:ext cx="1918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4BF3DA7-5173-8F8D-EEB4-D86ABAD57DFF}"/>
                    </a:ext>
                  </a:extLst>
                </p14:cNvPr>
                <p14:cNvContentPartPr/>
                <p14:nvPr/>
              </p14:nvContentPartPr>
              <p14:xfrm>
                <a:off x="9007956" y="1404135"/>
                <a:ext cx="140400" cy="173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4BF3DA7-5173-8F8D-EEB4-D86ABAD57D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71956" y="1188135"/>
                  <a:ext cx="21204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36F2CF-7E4E-4FEA-414D-D8C6BAF7B8FE}"/>
                    </a:ext>
                  </a:extLst>
                </p14:cNvPr>
                <p14:cNvContentPartPr/>
                <p14:nvPr/>
              </p14:nvContentPartPr>
              <p14:xfrm>
                <a:off x="9192996" y="1402695"/>
                <a:ext cx="120960" cy="183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36F2CF-7E4E-4FEA-414D-D8C6BAF7B8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57356" y="1187055"/>
                  <a:ext cx="19260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D8B394F-C7EB-BB70-E962-7DC83FC0C93A}"/>
                    </a:ext>
                  </a:extLst>
                </p14:cNvPr>
                <p14:cNvContentPartPr/>
                <p14:nvPr/>
              </p14:nvContentPartPr>
              <p14:xfrm>
                <a:off x="9369396" y="1108215"/>
                <a:ext cx="50760" cy="430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D8B394F-C7EB-BB70-E962-7DC83FC0C9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33396" y="892575"/>
                  <a:ext cx="12240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D4B25F0-30E6-8331-F701-79B0B312CB75}"/>
                    </a:ext>
                  </a:extLst>
                </p14:cNvPr>
                <p14:cNvContentPartPr/>
                <p14:nvPr/>
              </p14:nvContentPartPr>
              <p14:xfrm>
                <a:off x="9341316" y="1451295"/>
                <a:ext cx="187920" cy="12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D4B25F0-30E6-8331-F701-79B0B312CB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05676" y="1235295"/>
                  <a:ext cx="2595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A6F629C-3B86-C479-63CE-5957A778CEA4}"/>
                    </a:ext>
                  </a:extLst>
                </p14:cNvPr>
                <p14:cNvContentPartPr/>
                <p14:nvPr/>
              </p14:nvContentPartPr>
              <p14:xfrm>
                <a:off x="9603756" y="1345815"/>
                <a:ext cx="201240" cy="229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A6F629C-3B86-C479-63CE-5957A778CEA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67756" y="1129815"/>
                  <a:ext cx="27288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0CFFDAF-C740-B991-6341-6F50C5F26AEA}"/>
                    </a:ext>
                  </a:extLst>
                </p14:cNvPr>
                <p14:cNvContentPartPr/>
                <p14:nvPr/>
              </p14:nvContentPartPr>
              <p14:xfrm>
                <a:off x="9795636" y="1306215"/>
                <a:ext cx="157320" cy="218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0CFFDAF-C740-B991-6341-6F50C5F26AE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59996" y="1090215"/>
                  <a:ext cx="22896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745EA82-DFAD-10B7-00BC-85667ED06801}"/>
                    </a:ext>
                  </a:extLst>
                </p14:cNvPr>
                <p14:cNvContentPartPr/>
                <p14:nvPr/>
              </p14:nvContentPartPr>
              <p14:xfrm>
                <a:off x="10078956" y="1140255"/>
                <a:ext cx="147240" cy="374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745EA82-DFAD-10B7-00BC-85667ED068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43316" y="924615"/>
                  <a:ext cx="218880" cy="8056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5" name="Picture 20">
            <a:extLst>
              <a:ext uri="{FF2B5EF4-FFF2-40B4-BE49-F238E27FC236}">
                <a16:creationId xmlns:a16="http://schemas.microsoft.com/office/drawing/2014/main" id="{7DBBAA14-191A-6810-9DA4-F4010E119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858" y="2274139"/>
            <a:ext cx="1280160" cy="154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4" descr="How to Install WordPress with Nginx - Complete Tutorial (2020)">
            <a:extLst>
              <a:ext uri="{FF2B5EF4-FFF2-40B4-BE49-F238E27FC236}">
                <a16:creationId xmlns:a16="http://schemas.microsoft.com/office/drawing/2014/main" id="{53DA0658-6ECB-50CD-DC34-607F509BF9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7" t="19070" r="31161" b="19535"/>
          <a:stretch>
            <a:fillRect/>
          </a:stretch>
        </p:blipFill>
        <p:spPr bwMode="auto">
          <a:xfrm>
            <a:off x="9351710" y="4258212"/>
            <a:ext cx="1280160" cy="143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16" descr="Docker mark logo in vector formats EPS, SVG - Brandlogos.net">
            <a:extLst>
              <a:ext uri="{FF2B5EF4-FFF2-40B4-BE49-F238E27FC236}">
                <a16:creationId xmlns:a16="http://schemas.microsoft.com/office/drawing/2014/main" id="{798FD60A-5D70-98FD-8DF1-1E553F135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500" y="4901410"/>
            <a:ext cx="1371600" cy="108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Picture 18">
            <a:extLst>
              <a:ext uri="{FF2B5EF4-FFF2-40B4-BE49-F238E27FC236}">
                <a16:creationId xmlns:a16="http://schemas.microsoft.com/office/drawing/2014/main" id="{F01094E4-7455-FCF1-69A5-68A53ECD9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063" y="3429000"/>
            <a:ext cx="1371600" cy="133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– Wikipedia">
            <a:extLst>
              <a:ext uri="{FF2B5EF4-FFF2-40B4-BE49-F238E27FC236}">
                <a16:creationId xmlns:a16="http://schemas.microsoft.com/office/drawing/2014/main" id="{65A0169D-8273-518A-DFC5-3F34FB7D0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BEBA8EAE-BF5A-486C-A8C5-ECC9F3942E4B}">
                <a14:imgProps xmlns:a14="http://schemas.microsoft.com/office/drawing/2010/main">
                  <a14:imgLayer r:embed="rId8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460" y="2495643"/>
            <a:ext cx="1371600" cy="1371600"/>
          </a:xfrm>
          <a:prstGeom prst="rect">
            <a:avLst/>
          </a:prstGeom>
          <a:noFill/>
          <a:effectLst>
            <a:glow rad="13080">
              <a:schemeClr val="tx1"/>
            </a:glow>
          </a:effectLst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35C8FD2-C9D5-6A7E-81FE-18A73F3A2CE8}"/>
              </a:ext>
            </a:extLst>
          </p:cNvPr>
          <p:cNvGrpSpPr/>
          <p:nvPr/>
        </p:nvGrpSpPr>
        <p:grpSpPr>
          <a:xfrm>
            <a:off x="3970344" y="552448"/>
            <a:ext cx="435960" cy="659160"/>
            <a:chOff x="3970344" y="552448"/>
            <a:chExt cx="435960" cy="6591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EDA205D-A24C-7D52-69D7-CAAD852301E7}"/>
                    </a:ext>
                  </a:extLst>
                </p14:cNvPr>
                <p14:cNvContentPartPr/>
                <p14:nvPr/>
              </p14:nvContentPartPr>
              <p14:xfrm>
                <a:off x="3970344" y="552448"/>
                <a:ext cx="435960" cy="659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EDA205D-A24C-7D52-69D7-CAAD852301E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34344" y="336808"/>
                  <a:ext cx="507600" cy="10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E66DBF7-4AC0-0C21-44AB-6DCA49BC0FC9}"/>
                    </a:ext>
                  </a:extLst>
                </p14:cNvPr>
                <p14:cNvContentPartPr/>
                <p14:nvPr/>
              </p14:nvContentPartPr>
              <p14:xfrm>
                <a:off x="4000584" y="895888"/>
                <a:ext cx="266760" cy="15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E66DBF7-4AC0-0C21-44AB-6DCA49BC0FC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64584" y="680248"/>
                  <a:ext cx="338400" cy="44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91850DD-F635-1353-3648-3E0EFB716438}"/>
              </a:ext>
            </a:extLst>
          </p:cNvPr>
          <p:cNvGrpSpPr/>
          <p:nvPr/>
        </p:nvGrpSpPr>
        <p:grpSpPr>
          <a:xfrm>
            <a:off x="5242584" y="838648"/>
            <a:ext cx="243360" cy="649080"/>
            <a:chOff x="5242584" y="838648"/>
            <a:chExt cx="243360" cy="6490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6A81457-5D9C-04F3-B0F1-E33CDC923934}"/>
                    </a:ext>
                  </a:extLst>
                </p14:cNvPr>
                <p14:cNvContentPartPr/>
                <p14:nvPr/>
              </p14:nvContentPartPr>
              <p14:xfrm>
                <a:off x="5242584" y="876088"/>
                <a:ext cx="21240" cy="611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6A81457-5D9C-04F3-B0F1-E33CDC92393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06584" y="660448"/>
                  <a:ext cx="92880" cy="10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08FDF23-3DE1-749F-2CD1-A1EDBD1F348D}"/>
                    </a:ext>
                  </a:extLst>
                </p14:cNvPr>
                <p14:cNvContentPartPr/>
                <p14:nvPr/>
              </p14:nvContentPartPr>
              <p14:xfrm>
                <a:off x="5249784" y="838648"/>
                <a:ext cx="236160" cy="303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08FDF23-3DE1-749F-2CD1-A1EDBD1F348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14144" y="623008"/>
                  <a:ext cx="307800" cy="73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8321A893-8E9C-C4EC-1F93-9D81C272FD91}"/>
              </a:ext>
            </a:extLst>
          </p:cNvPr>
          <p:cNvGrpSpPr/>
          <p:nvPr/>
        </p:nvGrpSpPr>
        <p:grpSpPr>
          <a:xfrm>
            <a:off x="3982944" y="2053648"/>
            <a:ext cx="4067640" cy="4347720"/>
            <a:chOff x="3982944" y="2053648"/>
            <a:chExt cx="4067640" cy="43477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08E1EF5-2D3F-A650-DE2F-D6DF15E51F45}"/>
                    </a:ext>
                  </a:extLst>
                </p14:cNvPr>
                <p14:cNvContentPartPr/>
                <p14:nvPr/>
              </p14:nvContentPartPr>
              <p14:xfrm>
                <a:off x="4376424" y="4467808"/>
                <a:ext cx="549720" cy="343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08E1EF5-2D3F-A650-DE2F-D6DF15E51F4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40784" y="4252168"/>
                  <a:ext cx="62136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A9DD760-15C9-D297-C79E-712D1E249DA8}"/>
                    </a:ext>
                  </a:extLst>
                </p14:cNvPr>
                <p14:cNvContentPartPr/>
                <p14:nvPr/>
              </p14:nvContentPartPr>
              <p14:xfrm>
                <a:off x="4363464" y="4607848"/>
                <a:ext cx="91080" cy="87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A9DD760-15C9-D297-C79E-712D1E249D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27464" y="4392208"/>
                  <a:ext cx="16272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07E9193-BAE9-5435-8EC8-32ED64F27AF6}"/>
                    </a:ext>
                  </a:extLst>
                </p14:cNvPr>
                <p14:cNvContentPartPr/>
                <p14:nvPr/>
              </p14:nvContentPartPr>
              <p14:xfrm>
                <a:off x="4360944" y="4703608"/>
                <a:ext cx="28800" cy="160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07E9193-BAE9-5435-8EC8-32ED64F27AF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24944" y="4487968"/>
                  <a:ext cx="10044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1E48A53-0DD6-988C-6774-1494056B8108}"/>
                    </a:ext>
                  </a:extLst>
                </p14:cNvPr>
                <p14:cNvContentPartPr/>
                <p14:nvPr/>
              </p14:nvContentPartPr>
              <p14:xfrm>
                <a:off x="7214304" y="2571688"/>
                <a:ext cx="573120" cy="212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1E48A53-0DD6-988C-6774-1494056B810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78304" y="2356048"/>
                  <a:ext cx="64476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7C298C3-1912-B141-26F8-FB9F7D4E2A87}"/>
                    </a:ext>
                  </a:extLst>
                </p14:cNvPr>
                <p14:cNvContentPartPr/>
                <p14:nvPr/>
              </p14:nvContentPartPr>
              <p14:xfrm>
                <a:off x="7805064" y="2546488"/>
                <a:ext cx="14400" cy="150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7C298C3-1912-B141-26F8-FB9F7D4E2A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69424" y="2330488"/>
                  <a:ext cx="8604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5AB7AEC-86C8-6F97-E126-632480DCAA8E}"/>
                    </a:ext>
                  </a:extLst>
                </p14:cNvPr>
                <p14:cNvContentPartPr/>
                <p14:nvPr/>
              </p14:nvContentPartPr>
              <p14:xfrm>
                <a:off x="7589064" y="2722888"/>
                <a:ext cx="218880" cy="123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5AB7AEC-86C8-6F97-E126-632480DCAA8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53424" y="2507248"/>
                  <a:ext cx="2905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54ED66A-9B1B-39F0-D457-185A51F65A0B}"/>
                    </a:ext>
                  </a:extLst>
                </p14:cNvPr>
                <p14:cNvContentPartPr/>
                <p14:nvPr/>
              </p14:nvContentPartPr>
              <p14:xfrm>
                <a:off x="3982944" y="2053648"/>
                <a:ext cx="4067640" cy="4347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54ED66A-9B1B-39F0-D457-185A51F65A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47304" y="1838008"/>
                  <a:ext cx="4139280" cy="47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F3AF05A-A65D-D7E9-598C-11FDF0E6A1E2}"/>
                    </a:ext>
                  </a:extLst>
                </p14:cNvPr>
                <p14:cNvContentPartPr/>
                <p14:nvPr/>
              </p14:nvContentPartPr>
              <p14:xfrm>
                <a:off x="7149864" y="2758168"/>
                <a:ext cx="61200" cy="135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F3AF05A-A65D-D7E9-598C-11FDF0E6A1E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13864" y="2542528"/>
                  <a:ext cx="13284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CF0A9D7-6A59-74FE-29BB-FD156C59D01F}"/>
                    </a:ext>
                  </a:extLst>
                </p14:cNvPr>
                <p14:cNvContentPartPr/>
                <p14:nvPr/>
              </p14:nvContentPartPr>
              <p14:xfrm>
                <a:off x="7155624" y="2869768"/>
                <a:ext cx="360" cy="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CF0A9D7-6A59-74FE-29BB-FD156C59D01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19624" y="2654128"/>
                  <a:ext cx="720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EA47FBD-8F12-F01A-9D01-D4E362EC222A}"/>
                    </a:ext>
                  </a:extLst>
                </p14:cNvPr>
                <p14:cNvContentPartPr/>
                <p14:nvPr/>
              </p14:nvContentPartPr>
              <p14:xfrm>
                <a:off x="7075344" y="2869768"/>
                <a:ext cx="80640" cy="2052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EA47FBD-8F12-F01A-9D01-D4E362EC22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39344" y="2654128"/>
                  <a:ext cx="15228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4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4183ECC9-39F0-BFA4-5625-1083B30C3123}"/>
                    </a:ext>
                  </a:extLst>
                </p14:cNvPr>
                <p14:cNvContentPartPr/>
                <p14:nvPr/>
              </p14:nvContentPartPr>
              <p14:xfrm>
                <a:off x="7056984" y="2966968"/>
                <a:ext cx="47520" cy="131760"/>
              </p14:xfrm>
            </p:contentPart>
          </mc:Choice>
          <mc:Fallback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4183ECC9-39F0-BFA4-5625-1083B30C31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21344" y="2750968"/>
                  <a:ext cx="119160" cy="56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0A03907C-0FBB-BCAD-0A30-B38312E0AAAB}"/>
              </a:ext>
            </a:extLst>
          </p:cNvPr>
          <p:cNvGrpSpPr/>
          <p:nvPr/>
        </p:nvGrpSpPr>
        <p:grpSpPr>
          <a:xfrm>
            <a:off x="4335744" y="1681408"/>
            <a:ext cx="1500840" cy="419040"/>
            <a:chOff x="4335744" y="1681408"/>
            <a:chExt cx="1500840" cy="4190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6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7DFC7F9A-1743-DBFD-17AD-94ED8EEDC4A6}"/>
                    </a:ext>
                  </a:extLst>
                </p14:cNvPr>
                <p14:cNvContentPartPr/>
                <p14:nvPr/>
              </p14:nvContentPartPr>
              <p14:xfrm>
                <a:off x="4516104" y="1704808"/>
                <a:ext cx="45720" cy="244800"/>
              </p14:xfrm>
            </p:contentPart>
          </mc:Choice>
          <mc:Fallback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7DFC7F9A-1743-DBFD-17AD-94ED8EEDC4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80104" y="1488808"/>
                  <a:ext cx="1173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8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25310946-C81C-2682-16EF-33115941E3EA}"/>
                    </a:ext>
                  </a:extLst>
                </p14:cNvPr>
                <p14:cNvContentPartPr/>
                <p14:nvPr/>
              </p14:nvContentPartPr>
              <p14:xfrm>
                <a:off x="4335744" y="1702648"/>
                <a:ext cx="318600" cy="273240"/>
              </p14:xfrm>
            </p:contentPart>
          </mc:Choice>
          <mc:Fallback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25310946-C81C-2682-16EF-33115941E3E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00104" y="1487008"/>
                  <a:ext cx="39024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0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37425DBC-39A0-78A1-A07D-AA6E440348BD}"/>
                    </a:ext>
                  </a:extLst>
                </p14:cNvPr>
                <p14:cNvContentPartPr/>
                <p14:nvPr/>
              </p14:nvContentPartPr>
              <p14:xfrm>
                <a:off x="4737144" y="1823968"/>
                <a:ext cx="212760" cy="158040"/>
              </p14:xfrm>
            </p:contentPart>
          </mc:Choice>
          <mc:Fallback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37425DBC-39A0-78A1-A07D-AA6E440348B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01504" y="1608328"/>
                  <a:ext cx="28440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2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633997FC-F788-12F0-4FEC-13741FF62467}"/>
                    </a:ext>
                  </a:extLst>
                </p14:cNvPr>
                <p14:cNvContentPartPr/>
                <p14:nvPr/>
              </p14:nvContentPartPr>
              <p14:xfrm>
                <a:off x="5024424" y="1825408"/>
                <a:ext cx="135720" cy="275040"/>
              </p14:xfrm>
            </p:contentPart>
          </mc:Choice>
          <mc:Fallback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633997FC-F788-12F0-4FEC-13741FF6246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88784" y="1609768"/>
                  <a:ext cx="2073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4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5EBFABBB-3894-BACC-74E8-F83369CF0AC4}"/>
                    </a:ext>
                  </a:extLst>
                </p14:cNvPr>
                <p14:cNvContentPartPr/>
                <p14:nvPr/>
              </p14:nvContentPartPr>
              <p14:xfrm>
                <a:off x="5242944" y="1681408"/>
                <a:ext cx="127440" cy="273240"/>
              </p14:xfrm>
            </p:contentPart>
          </mc:Choice>
          <mc:Fallback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5EBFABBB-3894-BACC-74E8-F83369CF0AC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07304" y="1465768"/>
                  <a:ext cx="1990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6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58C191FF-3DB5-1B44-930C-6EE32C75D50A}"/>
                    </a:ext>
                  </a:extLst>
                </p14:cNvPr>
                <p14:cNvContentPartPr/>
                <p14:nvPr/>
              </p14:nvContentPartPr>
              <p14:xfrm>
                <a:off x="5462184" y="1810648"/>
                <a:ext cx="134280" cy="133920"/>
              </p14:xfrm>
            </p:contentPart>
          </mc:Choice>
          <mc:Fallback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58C191FF-3DB5-1B44-930C-6EE32C75D5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26184" y="1595008"/>
                  <a:ext cx="20592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8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B000C7E1-0FF1-3E6E-D6B6-35415506DF9B}"/>
                    </a:ext>
                  </a:extLst>
                </p14:cNvPr>
                <p14:cNvContentPartPr/>
                <p14:nvPr/>
              </p14:nvContentPartPr>
              <p14:xfrm>
                <a:off x="5642544" y="1781848"/>
                <a:ext cx="194040" cy="244440"/>
              </p14:xfrm>
            </p:contentPart>
          </mc:Choice>
          <mc:Fallback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B000C7E1-0FF1-3E6E-D6B6-35415506DF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06544" y="1565848"/>
                  <a:ext cx="265680" cy="67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96730D36-FE96-8B0A-DD45-703DFA803DA5}"/>
              </a:ext>
            </a:extLst>
          </p:cNvPr>
          <p:cNvGrpSpPr/>
          <p:nvPr/>
        </p:nvGrpSpPr>
        <p:grpSpPr>
          <a:xfrm>
            <a:off x="5917224" y="1606888"/>
            <a:ext cx="807480" cy="359640"/>
            <a:chOff x="5917224" y="1606888"/>
            <a:chExt cx="807480" cy="3596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0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E908164B-4684-276D-1B2B-CCFF8B82302C}"/>
                    </a:ext>
                  </a:extLst>
                </p14:cNvPr>
                <p14:cNvContentPartPr/>
                <p14:nvPr/>
              </p14:nvContentPartPr>
              <p14:xfrm>
                <a:off x="5917224" y="1774648"/>
                <a:ext cx="236520" cy="191880"/>
              </p14:xfrm>
            </p:contentPart>
          </mc:Choice>
          <mc:Fallback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E908164B-4684-276D-1B2B-CCFF8B8230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81584" y="1559008"/>
                  <a:ext cx="30816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2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AB3B3E62-3C4B-E458-137C-F55208037684}"/>
                    </a:ext>
                  </a:extLst>
                </p14:cNvPr>
                <p14:cNvContentPartPr/>
                <p14:nvPr/>
              </p14:nvContentPartPr>
              <p14:xfrm>
                <a:off x="6180384" y="1888048"/>
                <a:ext cx="16920" cy="3960"/>
              </p14:xfrm>
            </p:contentPart>
          </mc:Choice>
          <mc:Fallback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AB3B3E62-3C4B-E458-137C-F5520803768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44384" y="1672408"/>
                  <a:ext cx="8856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4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59277A28-3ED3-4427-0AEB-4DA17B1D64C2}"/>
                    </a:ext>
                  </a:extLst>
                </p14:cNvPr>
                <p14:cNvContentPartPr/>
                <p14:nvPr/>
              </p14:nvContentPartPr>
              <p14:xfrm>
                <a:off x="6189384" y="1776088"/>
                <a:ext cx="149400" cy="158040"/>
              </p14:xfrm>
            </p:contentPart>
          </mc:Choice>
          <mc:Fallback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59277A28-3ED3-4427-0AEB-4DA17B1D64C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53384" y="1560088"/>
                  <a:ext cx="2210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6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0A09A3E0-AB2B-9AF6-C73C-9F80AE8AED2C}"/>
                    </a:ext>
                  </a:extLst>
                </p14:cNvPr>
                <p14:cNvContentPartPr/>
                <p14:nvPr/>
              </p14:nvContentPartPr>
              <p14:xfrm>
                <a:off x="6377664" y="1755568"/>
                <a:ext cx="173520" cy="187200"/>
              </p14:xfrm>
            </p:contentPart>
          </mc:Choice>
          <mc:Fallback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0A09A3E0-AB2B-9AF6-C73C-9F80AE8AED2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41664" y="1539568"/>
                  <a:ext cx="24516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8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EB8E96C1-39E6-EA0A-A480-CE5020C7E143}"/>
                    </a:ext>
                  </a:extLst>
                </p14:cNvPr>
                <p14:cNvContentPartPr/>
                <p14:nvPr/>
              </p14:nvContentPartPr>
              <p14:xfrm>
                <a:off x="6635064" y="1606888"/>
                <a:ext cx="27000" cy="302400"/>
              </p14:xfrm>
            </p:contentPart>
          </mc:Choice>
          <mc:Fallback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EB8E96C1-39E6-EA0A-A480-CE5020C7E14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99424" y="1390888"/>
                  <a:ext cx="9864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0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2D0D5C24-DA94-D66F-3671-BB12E38E1B1B}"/>
                    </a:ext>
                  </a:extLst>
                </p14:cNvPr>
                <p14:cNvContentPartPr/>
                <p14:nvPr/>
              </p14:nvContentPartPr>
              <p14:xfrm>
                <a:off x="6584664" y="1826488"/>
                <a:ext cx="140040" cy="11520"/>
              </p14:xfrm>
            </p:contentPart>
          </mc:Choice>
          <mc:Fallback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2D0D5C24-DA94-D66F-3671-BB12E38E1B1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49024" y="1610848"/>
                  <a:ext cx="211680" cy="44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2">
            <p14:nvContentPartPr>
              <p14:cNvPr id="1057" name="Ink 1056">
                <a:extLst>
                  <a:ext uri="{FF2B5EF4-FFF2-40B4-BE49-F238E27FC236}">
                    <a16:creationId xmlns:a16="http://schemas.microsoft.com/office/drawing/2014/main" id="{8FE9497E-79CD-0965-1BE1-29DA674C8A2F}"/>
                  </a:ext>
                </a:extLst>
              </p14:cNvPr>
              <p14:cNvContentPartPr/>
              <p14:nvPr/>
            </p14:nvContentPartPr>
            <p14:xfrm>
              <a:off x="10970184" y="3286288"/>
              <a:ext cx="360" cy="360"/>
            </p14:xfrm>
          </p:contentPart>
        </mc:Choice>
        <mc:Fallback>
          <p:pic>
            <p:nvPicPr>
              <p:cNvPr id="1057" name="Ink 1056">
                <a:extLst>
                  <a:ext uri="{FF2B5EF4-FFF2-40B4-BE49-F238E27FC236}">
                    <a16:creationId xmlns:a16="http://schemas.microsoft.com/office/drawing/2014/main" id="{8FE9497E-79CD-0965-1BE1-29DA674C8A2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934544" y="3070288"/>
                <a:ext cx="7200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6210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Calisto MT</vt:lpstr>
      <vt:lpstr>Wingdings 2</vt:lpstr>
      <vt:lpstr>SlateVTI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Hayer</dc:creator>
  <cp:lastModifiedBy>Florian Hayer</cp:lastModifiedBy>
  <cp:revision>1</cp:revision>
  <cp:lastPrinted>2026-01-27T07:44:19Z</cp:lastPrinted>
  <dcterms:created xsi:type="dcterms:W3CDTF">2026-01-13T08:18:08Z</dcterms:created>
  <dcterms:modified xsi:type="dcterms:W3CDTF">2026-01-27T07:45:16Z</dcterms:modified>
</cp:coreProperties>
</file>