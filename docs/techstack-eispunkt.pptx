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yer Florian" userId="866d4ef7-f65d-4e61-9597-0542b71a7f4d" providerId="ADAL" clId="{731FFF11-6A53-5520-B035-B81EF8E0644C}"/>
    <pc:docChg chg="delSld modSld">
      <pc:chgData name="Hayer Florian" userId="866d4ef7-f65d-4e61-9597-0542b71a7f4d" providerId="ADAL" clId="{731FFF11-6A53-5520-B035-B81EF8E0644C}" dt="2026-01-13T08:36:25.866" v="1" actId="2696"/>
      <pc:docMkLst>
        <pc:docMk/>
      </pc:docMkLst>
      <pc:sldChg chg="del">
        <pc:chgData name="Hayer Florian" userId="866d4ef7-f65d-4e61-9597-0542b71a7f4d" providerId="ADAL" clId="{731FFF11-6A53-5520-B035-B81EF8E0644C}" dt="2026-01-13T08:36:25.866" v="1" actId="2696"/>
        <pc:sldMkLst>
          <pc:docMk/>
          <pc:sldMk cId="1701924349" sldId="256"/>
        </pc:sldMkLst>
      </pc:sldChg>
      <pc:sldChg chg="addSp mod">
        <pc:chgData name="Hayer Florian" userId="866d4ef7-f65d-4e61-9597-0542b71a7f4d" providerId="ADAL" clId="{731FFF11-6A53-5520-B035-B81EF8E0644C}" dt="2026-01-13T08:35:44.903" v="0" actId="9405"/>
        <pc:sldMkLst>
          <pc:docMk/>
          <pc:sldMk cId="4060404258" sldId="257"/>
        </pc:sldMkLst>
        <pc:inkChg chg="add">
          <ac:chgData name="Hayer Florian" userId="866d4ef7-f65d-4e61-9597-0542b71a7f4d" providerId="ADAL" clId="{731FFF11-6A53-5520-B035-B81EF8E0644C}" dt="2026-01-13T08:35:44.903" v="0" actId="9405"/>
          <ac:inkMkLst>
            <pc:docMk/>
            <pc:sldMk cId="4060404258" sldId="257"/>
            <ac:inkMk id="38" creationId="{DCC561A4-6410-411A-7334-FF8DC6C81EBC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3:48.1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3:59.448"/>
    </inkml:context>
    <inkml:brush xml:id="br0">
      <inkml:brushProperty name="width" value="0.1" units="cm"/>
      <inkml:brushProperty name="height" value="0.6" units="cm"/>
      <inkml:brushProperty name="color" value="#FFFFFF"/>
      <inkml:brushProperty name="inkEffects" value="pencil"/>
    </inkml:brush>
  </inkml:definitions>
  <inkml:trace contextRef="#ctx0" brushRef="#br0">77 0 16383,'-42'0'0,"8"0"0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4:06.287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0 1 16383,'0'0'0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4:20.84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15021 1 16383,'-3'24'0,"2"-1"0,-3 1 0,1 0 0,2 0 0,-3 8 0,1-7 0,2 7 0,-3-8 0,4 8 0,-3-6 0,-3 14 0,1-14 0,-5 22 0,4-12 0,-11 22 0,5-14 0,-11 15 0,11-15 0,-11 14 0,5-5 0,-6 7 0,7-6 0,0 1 0,-11 26 0,13-24 0,1-2 0,-10 13 0,11-7 0,-4-9 0,5 6 0,-1 19 0,2-18 0,-1 7 0,2-26 0,2-14 0,-16 39 0,10-17 0,-11 20 0,8-9 0,-2 1 0,-1-9 0,-1 2 0,-8 25 0,10-28 0,-2 2 0,-4 4 0,1-2 0,-12 19 0,0 3 0,-1 0 0,1-5 0,1 3 0,-2 5 0,14-21 0,0-2 0,-6 3 0,0 2 0,-1 11 0,1-2 0,5-14 0,-2 0 0,-3 15 0,-2 2 0,1-2 0,0 0 0,0-7 0,1-3 0,7-11 0,1 0 0,-7 5 0,2-1 0,-10 29 0,4-23 0,0 3 0,8-8 0,1 0 0,-6 4 0,1-2 0,-5 24 0,-7 10 0,9-26 0,-4 22 0,9-8 0,3-17 0,10-4 0,0-28 0,0 0 0,4-2 0,-6-3 0,1 7 0,-1-13 0,-3 12 0,-6 1 0,-5 19 0,-15 6 0,-3 14 0,14-22 0,-17 28 0,15-20 0,6-16 0,-3 1 0,-24 34 0,25-36 0,0 1 0,-29 35 0,18-11 0,10-26 0,0 0 0,-16 26 0,15-24 0,-3 2 0,-4 4 0,1-2 0,-16 18 0,14-15 0,0 0 0,-22 16 0,19-14 0,-1 2 0,5-8 0,1-1 0,-5 4 0,2 0 0,5-4 0,2-2 0,-25 21 0,-5 9 0,19-20 0,-12 8 0,8-8 0,1-4 0,1-9 0,15-7 0,-4 1 0,6-7 0,-2 7 0,-7 2 0,17-11 0,4-5 0,7-5 0,2-6 0,-3 5 0,0-5 0,2 3 0,-1-1 0,-11 0 0,6 4 0,-22 2 0,18 1 0,-22 11 0,24-13 0,-14 10 0,9-11 0,-5 11 0,-12-2 0,-5 11 0,-6-9 0,7 1 0,-19 5 0,17-8 0,-13 8 0,7-1 0,23-13 0,1 7 0,11-12 0,3 3 0,-7 1 0,3 0 0,-13 3 0,-5 13 0,7-14 0,-15 22 0,13-16 0,-17 13 0,1 0 0,-1 0 0,16-10 0,0-1 0,3-2 0,3-5 0,-19 16 0,25-20 0,-13 10 0,4-3 0,-13 6 0,-20 11 0,-8 0 0,-10 8 0,18-18 0,20-2 0,-1 0 0,-23 10 0,22-13 0,1 3 0,-24 24 0,6-11 0,30-7 0,6-12 0,13-8 0,3-4 0,-3 4 0,0-5 0,0 3 0,2-4 0,-6 1 0,6 0 0,-12 0 0,4 4 0,3-3 0,-6 7 0,6-3 0,-16 6 0,-11 7 0,-9 5 0,-33 9 0,-6 1 0,0-10 0,32-7 0,0 1 0,9-9 0,-1 1 0,-23 13 0,-3 1 0,8-6 0,0-1 0,-6 3 0,0 0 0,8-4 0,0 0 0,0 1 0,0-1 0,0 1 0,0-1 0,4-4 0,1 1 0,-4 2 0,0 1 0,3-3 0,0-1 0,-4 1 0,0 0 0,0 3 0,0-1 0,0-2 0,0 0 0,0 3 0,0 1 0,-4-1 0,0 1 0,3-1 0,0 0 0,-2 1 0,-2-1 0,-15 5 0,-1 0 0,11-7 0,2 0 0,7 1 0,0-1 0,-11-1 0,2-1 0,15 0 0,0 0 0,-16 4 0,0 1 0,6-1 0,4 0 0,13-4 0,4 1 0,-38 20 0,10-12 0,11 4 0,7-12 0,0-2 0,9-1 0,-6-3 0,5 3 0,-7-4 0,7-1 0,-5 1 0,13-6 0,3 3 0,2-3 0,6-2 0,-8 1 0,-9 0 0,-1-3 0,-17 9 0,-2-4 0,-8 0 0,-8 5 0,-2-10 0,-8 10 0,0-4 0,8-1 0,2 5 0,8-4 0,-8 5 0,-11-6 0,-1-1 0,47-2 0,-1-1 0,-16-3 0,0 1 0,15 5 0,0 0 0,-19-4 0,0-2 0,-26 6 0,18-6 0,26 3 0,2 1 0,-7-3 0,-33 6 0,48-7 0,10 0 0,17 0 0,5 0 0,0 0 0,0 0 0,-5 0 0,-18 0 0,-16 0 0,-19 0 0,-8 0 0,-16 0 0,4 0 0,39 3 0,-2 0 0,-2-3 0,-1 2 0,-2 4 0,0 0 0,-4-5 0,0 0 0,1 5 0,1 1 0,1-6 0,4 0 0,-27 5 0,-16 0 0,26-4 0,-16 4 0,18-2 0,13-2 0,15 2 0,17-4 0,4 3 0,18-2 0,1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4:25.392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14571 1 16383,'-17'10'0,"-44"15"0,15-12 0,-39 19 0,-8-5 0,24-6 0,10 0 0,1-1 0,-1-5 0,9 4 0,1 0 0,0-5 0,-42 25 0,51-27 0,-49 20 0,49-21 0,-35 8 0,-10-6 0,35-7 0,-1 1 0,-43 6 0,11 0 0,57-8 0,4 0 0,9-5 0,-27 12 0,-13-4 0,-25 11 0,15-7 0,-4 0 0,7-6 0,-19 12 0,-18-8 0,40 3 0,-2 1 0,-7-6 0,-2 0 0,-4 3 0,0 0 0,0-4 0,0 1 0,-8 2 0,1 2 0,11-1 0,-2 1 0,-22 6 0,2 2 0,25-5 0,4 1 0,-7 2 0,6-1 0,1 1 0,13 3 0,14-10 0,0-1 0,2-2 0,0 3 0,11-5 0,-2 6 0,10-9 0,6 1 0,-6 2 0,3-3 0,0 1 0,0-1 0,4 0 0,-4 0 0,-45 26 0,-32 1 0,41-10 0,-3 1 0,-22 1 0,0 0 0,23-2 0,1 1 0,-20 2 0,2 0 0,-10 11 0,22-14 0,1-1 0,-15 8 0,7-5 0,-2 0 0,-15 6 0,16-8 0,-1 0 0,-32 10 0,27-11 0,0 0 0,-26 8 0,31-9 0,0-1 0,-23 5 0,27-1 0,1 0 0,-24 1 0,6 8 0,31-13 0,-7 5 0,9-1 0,16-9 0,-4 1 0,13-9 0,1 3 0,2-3 0,7 2 0,1-5 0,-8 5 0,-11-5 0,7 3 0,-28 6 0,1-1 0,-1 3 0,-52 7 0,48-11 0,-1 1 0,0 2 0,-3 0 0,-21 3 0,-1 0 0,21-3 0,-1 1 0,-32 6 0,-1 2 0,21-2 0,2 1 0,-9-1 0,4 2 0,-18 19 0,41-21 0,1-1 0,-34 17 0,-6-1 0,16-7 0,23-6 0,3-1 0,-5 2 0,-23 15 0,39-21 0,-19 20 0,16-16 0,-2 16 0,13-15 0,-6 10 0,-9 4 0,-15 9 0,5-4 0,-19 5 0,13-7 0,-28 3 0,4-1 0,33-18 0,-1 0 0,-4 4 0,1-1 0,1-6 0,2 1 0,-40 26 0,20-20 0,16 10 0,19-15 0,-1 5 0,7-2 0,-5-3 0,-7 12 0,-13 5 0,2 1 0,-18 7 0,11-9 0,3 0 0,14-9 0,13-5 0,12-7 0,2-4 0,4-1 0,3-4 0,0 1 0,-1 2 0,-5 2 0,-6 4 0,3 0 0,-17 9 0,-2 2 0,1-3 0,-21 10 0,21-10 0,-5 0 0,-13 17 0,10-8 0,-1 3 0,-24 21 0,13-4 0,5-13 0,-3 3 0,12-7 0,-1 2 0,-19 10 0,-4 0 0,7-8 0,1-1 0,6-1 0,-1 1 0,-20 6 0,-1-2 0,18-10 0,0-3 0,-18 6 0,-2 0 0,6-2 0,1-1 0,7-6 0,3 0 0,7-1 0,2-1 0,-33 17 0,10 2 0,10-10 0,-2 11 0,-15 1 0,13-6 0,-14 7 0,8-2 0,24-18 0,2 0 0,-1-1 0,1 1 0,-22 11 0,37-16 0,12-11 0,5-3 0,3 2 0,0-4 0,4 6 0,-4-4 0,3 4 0,-10 2 0,-3 6 0,-16 13 0,-5 3 0,8-6 0,-4 2 0,22-19 0,-15 17 0,18-19 0,-8 9 0,5-10 0,-1 9 0,-18 8 0,19-9 0,-29 16 0,14-10 0,-3 0 0,-19 17 0,12-15 0,-23 19 0,-6-7 0,23-9 0,-29 16 0,17 7 0,11-14 0,1 0 0,-15 19 0,20-17 0,2 0 0,-3 7 0,-16 14 0,24-21 0,-11 0 0,20-14 0,-22 16 0,14-9 0,2-6 0,1 3 0,-1-3 0,9-2 0,-17 20 0,16-10 0,-20 27 0,4-10 0,6-11 0,-1 10 0,1-8 0,-20 23 0,16-23 0,-11 12 0,9-20 0,1 8 0,0-10 0,15-5 0,1-5 0,6-2 0,-14 9 0,18-16 0,-9 7 0,11-10 0,-3 3 0,0-3 0,5 0 0,0-4 0,4 1 0,-6 2 0,6-2 0,-9 10 0,8-5 0,-9 10 0,3-10 0,0 2 0,-2-5 0,6-2 0,-6 3 0,3-4 0,0-2 0,3 1 0,1-4 0,3 8 0,-4-8 0,1 5 0,-1 0 0,-2-2 0,-2 3 0,1 1 0,1-6 0,2 7 0,3-9 0,1 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4:33.939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1008 210 16383,'-18'8'0,"3"-1"0,8-2 0,0-1 0,0 1 0,1 0 0,0-1 0,1 1 0,-2 1 0,0-1 0,-1 0 0,0-1 0,0 0 0,-2 0 0,-1 0 0,1 2 0,0-1 0,2 1 0,-1 0 0,-1-1 0,0-1 0,2 0 0,0-1 0,1-1 0,-2 1 0,1 0 0,0-1 0,0 0 0,1 2 0,-1-2 0,0 0 0,0 2 0,0-2 0,-2 0 0,0-1 0,0-1 0,2 2 0,1-1 0,-2 1 0,-1 0 0,0-2 0,0 1 0,0-1 0,-1 0 0,-1 0 0,-1 0 0,2 0 0,-1 0 0,1 0 0,1 0 0,0 0 0,3 0 0,0 0 0,0 0 0,0 0 0,0 0 0,-1 0 0,0 0 0,0 0 0,0 0 0,0 0 0,0 0 0,0 0 0,0 0 0,0 0 0,0 0 0,0 0 0,0 0 0,0 0 0,1 0 0,0 0 0,0 0 0,2-2 0,-1 0 0,0-1 0,0-1 0,-2 0 0,1 0 0,-1 0 0,0 1 0,2-1 0,1 0 0,-1 1 0,1 1 0,-2-2 0,0 0 0,-1-1 0,0 0 0,1 3 0,0-2 0,2 2 0,-1-1 0,0-3 0,-1 0 0,-1 1 0,3 0 0,0 1 0,0 2 0,0-1 0,0 0 0,-1-1 0,0 0 0,0 1 0,1-3 0,0 1 0,-1-1 0,0 2 0,1-1 0,0 1 0,2 0 0,-1 0 0,0-1 0,-2-1 0,0-2 0,-2 1 0,1-1 0,-1 0 0,2 0 0,1 2 0,1 1 0,1 2 0,-1-1 0,1-1 0,1-1 0,2-2 0,0 2 0,-2 0 0,0 1 0,-1 0 0,-3 0 0,2 0 0,0-1 0,2-2 0,2-1 0,0 0 0,0 0 0,0 5 0,0 18 0,0-4 0,0 17 0,0-14 0,-2 1 0,0-2 0,-2-1 0,1 0 0,-1 0 0,0 0 0,0 0 0,0 1 0,1-1 0,-1-1 0,2 1 0,0-1 0,-2 1 0,2-1 0,-1 0 0,2-2 0,-1 2 0,-1 0 0,1-1 0,0 0 0,2-2 0,-1-2 0,7-24 0,-2 10 0,5-18 0,-5 18 0,0 0 0,-1-1 0,1 1 0,-1-1 0,-2 3 0,-1-1 0,0 0 0,0 1 0,0-1 0,0 0 0,0 1 0,0 0 0,0 0 0,0 0 0,0-1 0,0 1 0,0-1 0,0 1 0,0-1 0,0 1 0,2 0 0,1 2 0,1-1 0,1 2 0,0 2 0,0 0 0,2 2 0,1 0 0,-1 0 0,0 0 0,1 0 0,0 0 0,-1 0 0,1 0 0,-1 0 0,1 0 0,-2 0 0,1 0 0,0 0 0,0 0 0,1 0 0,-1 0 0,1 0 0,0 0 0,0 0 0,2-1 0,1-2 0,-1-1 0,0 0 0,-2 2 0,-1-2 0,1 2 0,-1 0 0,-1 0 0,1 2 0,-1-1 0,0-1 0,0 0 0,0-1 0,1-1 0,1 0 0,-1 0 0,-1 0 0,0 1 0,-2 0 0,-1-1 0,1-3 0,-2 1 0,0-2 0,-2 4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4:38.980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1 16383,'17'0'0,"-2"0"0,-7 0 0,0 0 0,-1 0 0,1 0 0,0 0 0,-1 1 0,0 2 0,0 0 0,0 2 0,0 0 0,1 1 0,-1-1 0,1 1 0,0-2 0,0 2 0,0-1 0,-1 0 0,1 0 0,0 1 0,2-2 0,0 2 0,0-1 0,0 0 0,-1 0 0,2-2 0,0 0 0,0 1 0,-1 0 0,-1 1 0,-1-1 0,0 2 0,0 0 0,0 0 0,0 1 0,0 1 0,0 0 0,-1 0 0,3 0 0,0-1 0,1 1 0,0-1 0,-3-1 0,2 2 0,-1 0 0,-1 0 0,0 0 0,-1-1 0,1 1 0,0-1 0,0 1 0,0 0 0,0 0 0,0 2 0,0 3 0,1 2 0,1 1 0,1 1 0,-1-1 0,-1-3 0,-2-2 0,0-2 0,-1-1 0,0 1 0,0-1 0,0 2 0,2 0 0,2 3 0,1 1 0,0-1 0,-1 2 0,-2-3 0,0-2 0,-2-1 0,-2-2 0,-3 0 0,-1-1 0,0 2 0,0 0 0,0 0 0,0 0 0,0 0 0,0 0 0,0-1 0,0 1 0,0-1 0,0 1 0,0 0 0,2 2 0,0 3 0,1 2 0,1 2 0,-1-1 0,1-3 0,-2-2 0,0-2 0,0-1 0,-2 0 0,0 0 0,0-3 0,-11-12 0,5 2 0,-9-8 0,8 11 0,1 0 0,-1 1 0,-1-1 0,0 0 0,-1 0 0,-2 2 0,1-2 0,-2 0 0,1 0 0,0 0 0,1 2 0,1 0 0,2-2 0,-3-2 0,-2-2 0,1-1 0,0 0 0,3 0 0,0 0 0,0 0 0,0 1 0,0 0 0,0 0 0,0 0 0,0 0 0,0 2 0,0 0 0,0 0 0,0 2 0,0-2 0,0 2 0,1 0 0,-1-1 0,-3 0 0,0 1 0,-1 0 0,1 2 0,3-1 0,0 1 0,0 0 0,0 0 0,0 0 0,1 0 0,0 0 0,2 1 0,1 3 0,1 1 0,8 2 0,-1 1 0,6-2 0,-4-2 0,1 0 0,1-1 0,3 2 0,3 1 0,2 3 0,3-1 0,1 1 0,2-2 0,3 0 0,1 0 0,3-2 0,-3 2 0,-2-2 0,-4-1 0,-2 2 0,-3 1 0,-3-1 0,0 0 0,-3-1 0,0-1 0,0 1 0,-3 0 0,0 1 0,-1 1 0,2 1 0,-1 0 0,0-2 0,-1-2 0,-1-3 0,0-12 0,-2 1 0,-2-7 0,0 3 0,3-3 0,3-1 0,3 1 0,0 2 0,-1 4 0,0 1 0,0 1 0,-1-1 0,0-1 0,0-3 0,0-1 0,2-6 0,2-1 0,0 1 0,0 2 0,-1 3 0,-1 2 0,-1 3 0,0 1 0,0 3 0,-1 1 0,-4 0 0,-1 3 0,-2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8:35:44.901"/>
    </inkml:context>
    <inkml:brush xml:id="br0">
      <inkml:brushProperty name="width" value="0.2" units="cm"/>
      <inkml:brushProperty name="height" value="1.2" units="cm"/>
      <inkml:brushProperty name="color" value="#FFFFFF"/>
      <inkml:brushProperty name="inkEffects" value="pencil"/>
    </inkml:brush>
  </inkml:definitions>
  <inkml:trace contextRef="#ctx0" brushRef="#br0">1 0 16383,'0'0'0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32960-581F-B54D-B2E3-BC5EB6C2DE50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DC9F01-16E9-4D4E-B437-1643331BDE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98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DC9F01-16E9-4D4E-B437-1643331BDE5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087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534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360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817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107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76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714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877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545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532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687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74035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516663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19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1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87039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2703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652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7069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</p:sldLayoutIdLst>
  <p:hf sldNum="0" hdr="0" ftr="0" dt="0"/>
  <p:txStyles>
    <p:titleStyle>
      <a:lvl1pPr algn="ctr" defTabSz="457200" rtl="0" eaLnBrk="1" latinLnBrk="0" hangingPunct="1">
        <a:lnSpc>
          <a:spcPct val="100000"/>
        </a:lnSpc>
        <a:spcBef>
          <a:spcPct val="0"/>
        </a:spcBef>
        <a:buNone/>
        <a:defRPr sz="4000" i="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lnSpc>
          <a:spcPct val="10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customXml" Target="../ink/ink1.xml"/><Relationship Id="rId18" Type="http://schemas.openxmlformats.org/officeDocument/2006/relationships/image" Target="../media/image18.png"/><Relationship Id="rId26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customXml" Target="../ink/ink5.xml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customXml" Target="../ink/ink3.xml"/><Relationship Id="rId25" Type="http://schemas.openxmlformats.org/officeDocument/2006/relationships/customXml" Target="../ink/ink7.xml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24" Type="http://schemas.openxmlformats.org/officeDocument/2006/relationships/image" Target="../media/image21.png"/><Relationship Id="rId5" Type="http://schemas.openxmlformats.org/officeDocument/2006/relationships/image" Target="../media/image8.png"/><Relationship Id="rId15" Type="http://schemas.openxmlformats.org/officeDocument/2006/relationships/customXml" Target="../ink/ink2.xml"/><Relationship Id="rId23" Type="http://schemas.openxmlformats.org/officeDocument/2006/relationships/customXml" Target="../ink/ink6.xml"/><Relationship Id="rId28" Type="http://schemas.openxmlformats.org/officeDocument/2006/relationships/image" Target="../media/image23.png"/><Relationship Id="rId10" Type="http://schemas.openxmlformats.org/officeDocument/2006/relationships/image" Target="../media/image13.png"/><Relationship Id="rId19" Type="http://schemas.openxmlformats.org/officeDocument/2006/relationships/customXml" Target="../ink/ink4.xml"/><Relationship Id="rId4" Type="http://schemas.openxmlformats.org/officeDocument/2006/relationships/image" Target="../media/image7.svg"/><Relationship Id="rId9" Type="http://schemas.openxmlformats.org/officeDocument/2006/relationships/image" Target="../media/image12.png"/><Relationship Id="rId14" Type="http://schemas.openxmlformats.org/officeDocument/2006/relationships/image" Target="../media/image16.png"/><Relationship Id="rId22" Type="http://schemas.openxmlformats.org/officeDocument/2006/relationships/image" Target="../media/image20.png"/><Relationship Id="rId27" Type="http://schemas.openxmlformats.org/officeDocument/2006/relationships/customXml" Target="../ink/ink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1D1B6B97-1173-ECBF-4863-F756A2491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4390" y="320466"/>
            <a:ext cx="1371600" cy="2600012"/>
          </a:xfrm>
          <a:prstGeom prst="rect">
            <a:avLst/>
          </a:prstGeom>
        </p:spPr>
      </p:pic>
      <p:pic>
        <p:nvPicPr>
          <p:cNvPr id="1034" name="Picture 10" descr="Quarkus Brand - Quarkus">
            <a:extLst>
              <a:ext uri="{FF2B5EF4-FFF2-40B4-BE49-F238E27FC236}">
                <a16:creationId xmlns:a16="http://schemas.microsoft.com/office/drawing/2014/main" id="{251E851B-E5B3-DDCB-B159-039116C6A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20" y="248872"/>
            <a:ext cx="13716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8075FC0A-C73C-8CF6-ED3C-9C0ECEFBA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9650" y="248872"/>
            <a:ext cx="13716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DC75085-43D0-B61C-53E3-B382E0116A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42172" y="2214040"/>
            <a:ext cx="1371600" cy="1412876"/>
          </a:xfrm>
          <a:prstGeom prst="rect">
            <a:avLst/>
          </a:prstGeom>
        </p:spPr>
      </p:pic>
      <p:pic>
        <p:nvPicPr>
          <p:cNvPr id="1040" name="Picture 16" descr="Docker mark logo in vector formats EPS, SVG - Brandlogos.net">
            <a:extLst>
              <a:ext uri="{FF2B5EF4-FFF2-40B4-BE49-F238E27FC236}">
                <a16:creationId xmlns:a16="http://schemas.microsoft.com/office/drawing/2014/main" id="{1E64FC50-ABE0-6EFB-748B-085038C25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039" y="3383856"/>
            <a:ext cx="1371600" cy="1083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A73CD59B-67C9-0B8B-5F79-65C54B104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47203"/>
            <a:ext cx="1371600" cy="1332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>
            <a:extLst>
              <a:ext uri="{FF2B5EF4-FFF2-40B4-BE49-F238E27FC236}">
                <a16:creationId xmlns:a16="http://schemas.microsoft.com/office/drawing/2014/main" id="{5A2FCE9B-6A6F-3077-A398-14A5DF199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3690" y="4673624"/>
            <a:ext cx="1305320" cy="1571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How to Install WordPress with Nginx - Complete Tutorial (2020)">
            <a:extLst>
              <a:ext uri="{FF2B5EF4-FFF2-40B4-BE49-F238E27FC236}">
                <a16:creationId xmlns:a16="http://schemas.microsoft.com/office/drawing/2014/main" id="{C2BDF02A-24AC-4735-EAC0-53409423A8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7" t="19070" r="31161" b="19535"/>
          <a:stretch>
            <a:fillRect/>
          </a:stretch>
        </p:blipFill>
        <p:spPr bwMode="auto">
          <a:xfrm>
            <a:off x="8016952" y="4785881"/>
            <a:ext cx="1371600" cy="1538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953B29C-5495-05C8-3781-89E9D5C6A7C3}"/>
                  </a:ext>
                </a:extLst>
              </p14:cNvPr>
              <p14:cNvContentPartPr/>
              <p14:nvPr/>
            </p14:nvContentPartPr>
            <p14:xfrm>
              <a:off x="2567344" y="3852971"/>
              <a:ext cx="360" cy="3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953B29C-5495-05C8-3781-89E9D5C6A7C3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558344" y="384433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9D74CB2-13E7-806A-8647-F4DF713BA0FC}"/>
                  </a:ext>
                </a:extLst>
              </p14:cNvPr>
              <p14:cNvContentPartPr/>
              <p14:nvPr/>
            </p14:nvContentPartPr>
            <p14:xfrm>
              <a:off x="6931264" y="470411"/>
              <a:ext cx="27720" cy="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9D74CB2-13E7-806A-8647-F4DF713BA0F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913624" y="362411"/>
                <a:ext cx="633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15E04BA-651A-207D-64BA-241E11D58E97}"/>
                  </a:ext>
                </a:extLst>
              </p14:cNvPr>
              <p14:cNvContentPartPr/>
              <p14:nvPr/>
            </p14:nvContentPartPr>
            <p14:xfrm>
              <a:off x="6539224" y="534131"/>
              <a:ext cx="36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15E04BA-651A-207D-64BA-241E11D58E9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503224" y="318491"/>
                <a:ext cx="7200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9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D381DDD-CBCF-87F0-A06B-5CCE0C2E2149}"/>
                  </a:ext>
                </a:extLst>
              </p14:cNvPr>
              <p14:cNvContentPartPr/>
              <p14:nvPr/>
            </p14:nvContentPartPr>
            <p14:xfrm>
              <a:off x="611824" y="481931"/>
              <a:ext cx="5407560" cy="381060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D381DDD-CBCF-87F0-A06B-5CCE0C2E2149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76184" y="266291"/>
                <a:ext cx="5479200" cy="424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49611B90-8E1C-EEE4-5B50-BB47B33E00E4}"/>
                  </a:ext>
                </a:extLst>
              </p14:cNvPr>
              <p14:cNvContentPartPr/>
              <p14:nvPr/>
            </p14:nvContentPartPr>
            <p14:xfrm>
              <a:off x="5463544" y="3601691"/>
              <a:ext cx="5245920" cy="26013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49611B90-8E1C-EEE4-5B50-BB47B33E00E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427544" y="3386051"/>
                <a:ext cx="5317560" cy="303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3705BAD9-C63F-83B2-6217-5443FE042B41}"/>
                  </a:ext>
                </a:extLst>
              </p14:cNvPr>
              <p14:cNvContentPartPr/>
              <p14:nvPr/>
            </p14:nvContentPartPr>
            <p14:xfrm>
              <a:off x="5107504" y="2985011"/>
              <a:ext cx="362880" cy="1299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3705BAD9-C63F-83B2-6217-5443FE042B41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071864" y="2769011"/>
                <a:ext cx="43452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5DABF803-B603-37C1-CC9C-2D24C5379AD7}"/>
                  </a:ext>
                </a:extLst>
              </p14:cNvPr>
              <p14:cNvContentPartPr/>
              <p14:nvPr/>
            </p14:nvContentPartPr>
            <p14:xfrm>
              <a:off x="6487384" y="4324931"/>
              <a:ext cx="302760" cy="2944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5DABF803-B603-37C1-CC9C-2D24C5379AD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451744" y="4109291"/>
                <a:ext cx="374400" cy="72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27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CC561A4-6410-411A-7334-FF8DC6C81EBC}"/>
                  </a:ext>
                </a:extLst>
              </p14:cNvPr>
              <p14:cNvContentPartPr/>
              <p14:nvPr/>
            </p14:nvContentPartPr>
            <p14:xfrm>
              <a:off x="122229" y="-58661"/>
              <a:ext cx="360" cy="3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CC561A4-6410-411A-7334-FF8DC6C81EBC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6589" y="-274661"/>
                <a:ext cx="72000" cy="43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604042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Calisto MT</vt:lpstr>
      <vt:lpstr>Wingdings 2</vt:lpstr>
      <vt:lpstr>SlateVTI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Florian Hayer</dc:creator>
  <cp:lastModifiedBy>Florian Hayer</cp:lastModifiedBy>
  <cp:revision>1</cp:revision>
  <dcterms:created xsi:type="dcterms:W3CDTF">2026-01-13T08:18:08Z</dcterms:created>
  <dcterms:modified xsi:type="dcterms:W3CDTF">2026-01-13T08:36:27Z</dcterms:modified>
</cp:coreProperties>
</file>